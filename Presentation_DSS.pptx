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2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7" r:id="rId13"/>
    <p:sldId id="278" r:id="rId14"/>
    <p:sldId id="279" r:id="rId15"/>
    <p:sldId id="280" r:id="rId16"/>
    <p:sldId id="287" r:id="rId17"/>
    <p:sldId id="281" r:id="rId18"/>
    <p:sldId id="282" r:id="rId19"/>
    <p:sldId id="283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18"/>
  </p:normalViewPr>
  <p:slideViewPr>
    <p:cSldViewPr snapToGrid="0">
      <p:cViewPr varScale="1">
        <p:scale>
          <a:sx n="102" d="100"/>
          <a:sy n="102" d="100"/>
        </p:scale>
        <p:origin x="1144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C86709-ECAB-4B8A-BF8D-955E18DE594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AB0116-A48C-4426-A25E-BEC732EFC825}">
      <dgm:prSet/>
      <dgm:spPr/>
      <dgm:t>
        <a:bodyPr/>
        <a:lstStyle/>
        <a:p>
          <a:r>
            <a:rPr lang="en-GB"/>
            <a:t>Modern hospitals generate large amounts of patient data from patient monitoring systems.</a:t>
          </a:r>
          <a:endParaRPr lang="en-US"/>
        </a:p>
      </dgm:t>
    </dgm:pt>
    <dgm:pt modelId="{D5BB22FD-1C4B-4A05-A830-EC124D117EED}" type="parTrans" cxnId="{3C56EF4D-85F8-494E-8A59-0EB2D1E8CA95}">
      <dgm:prSet/>
      <dgm:spPr/>
      <dgm:t>
        <a:bodyPr/>
        <a:lstStyle/>
        <a:p>
          <a:endParaRPr lang="en-US"/>
        </a:p>
      </dgm:t>
    </dgm:pt>
    <dgm:pt modelId="{45F78804-857D-400E-85C4-E56F8C5434EE}" type="sibTrans" cxnId="{3C56EF4D-85F8-494E-8A59-0EB2D1E8CA95}">
      <dgm:prSet/>
      <dgm:spPr/>
      <dgm:t>
        <a:bodyPr/>
        <a:lstStyle/>
        <a:p>
          <a:endParaRPr lang="en-US"/>
        </a:p>
      </dgm:t>
    </dgm:pt>
    <dgm:pt modelId="{C804C5FB-ED38-401F-BC61-B57CFBBE77DD}">
      <dgm:prSet/>
      <dgm:spPr/>
      <dgm:t>
        <a:bodyPr/>
        <a:lstStyle/>
        <a:p>
          <a:r>
            <a:rPr lang="en-GB"/>
            <a:t>However, processing, evaluating, and comparing this data in real time is a complex task.</a:t>
          </a:r>
          <a:endParaRPr lang="en-US"/>
        </a:p>
      </dgm:t>
    </dgm:pt>
    <dgm:pt modelId="{8673F6FB-8BA9-4B3A-AC06-2365AE96E240}" type="parTrans" cxnId="{5F4C0B4F-7CBE-4D83-B734-8C6DEC0ACC8A}">
      <dgm:prSet/>
      <dgm:spPr/>
      <dgm:t>
        <a:bodyPr/>
        <a:lstStyle/>
        <a:p>
          <a:endParaRPr lang="en-US"/>
        </a:p>
      </dgm:t>
    </dgm:pt>
    <dgm:pt modelId="{00D38CD7-A2B2-4E8E-91FA-D7D9235303D1}" type="sibTrans" cxnId="{5F4C0B4F-7CBE-4D83-B734-8C6DEC0ACC8A}">
      <dgm:prSet/>
      <dgm:spPr/>
      <dgm:t>
        <a:bodyPr/>
        <a:lstStyle/>
        <a:p>
          <a:endParaRPr lang="en-US"/>
        </a:p>
      </dgm:t>
    </dgm:pt>
    <dgm:pt modelId="{0DE87AF6-E764-4E96-87EE-5278CE072E76}">
      <dgm:prSet/>
      <dgm:spPr/>
      <dgm:t>
        <a:bodyPr/>
        <a:lstStyle/>
        <a:p>
          <a:r>
            <a:rPr lang="en-GB"/>
            <a:t>Healthcare professionals may overlook critical changes due to workload and inattention.</a:t>
          </a:r>
          <a:endParaRPr lang="en-US"/>
        </a:p>
      </dgm:t>
    </dgm:pt>
    <dgm:pt modelId="{FBACE77E-26C1-4111-AE3D-658522CF7E6B}" type="parTrans" cxnId="{BEDED12B-71ED-4FB7-B57B-21CA6720AE3C}">
      <dgm:prSet/>
      <dgm:spPr/>
      <dgm:t>
        <a:bodyPr/>
        <a:lstStyle/>
        <a:p>
          <a:endParaRPr lang="en-US"/>
        </a:p>
      </dgm:t>
    </dgm:pt>
    <dgm:pt modelId="{CCADE61B-1A04-4E5E-A6E5-B49E29BEFAE8}" type="sibTrans" cxnId="{BEDED12B-71ED-4FB7-B57B-21CA6720AE3C}">
      <dgm:prSet/>
      <dgm:spPr/>
      <dgm:t>
        <a:bodyPr/>
        <a:lstStyle/>
        <a:p>
          <a:endParaRPr lang="en-US"/>
        </a:p>
      </dgm:t>
    </dgm:pt>
    <dgm:pt modelId="{DBB559DE-F5FB-41DD-80BC-44FDC7C3AD41}">
      <dgm:prSet/>
      <dgm:spPr/>
      <dgm:t>
        <a:bodyPr/>
        <a:lstStyle/>
        <a:p>
          <a:r>
            <a:rPr lang="en-GB"/>
            <a:t>The decision support systems used here can interpret and evaluate raw data to make meaningful assessments.</a:t>
          </a:r>
          <a:endParaRPr lang="en-US"/>
        </a:p>
      </dgm:t>
    </dgm:pt>
    <dgm:pt modelId="{8C54D744-986B-419A-B340-31C1BB8E7049}" type="parTrans" cxnId="{4A8DA171-B501-4B07-B859-1D4895CCD1CC}">
      <dgm:prSet/>
      <dgm:spPr/>
      <dgm:t>
        <a:bodyPr/>
        <a:lstStyle/>
        <a:p>
          <a:endParaRPr lang="en-US"/>
        </a:p>
      </dgm:t>
    </dgm:pt>
    <dgm:pt modelId="{5F0606CD-30A9-4A00-81FC-573F36753FD1}" type="sibTrans" cxnId="{4A8DA171-B501-4B07-B859-1D4895CCD1CC}">
      <dgm:prSet/>
      <dgm:spPr/>
      <dgm:t>
        <a:bodyPr/>
        <a:lstStyle/>
        <a:p>
          <a:endParaRPr lang="en-US"/>
        </a:p>
      </dgm:t>
    </dgm:pt>
    <dgm:pt modelId="{8CDCF933-1A07-C14F-B5BB-D3B8DFE5B8D7}" type="pres">
      <dgm:prSet presAssocID="{14C86709-ECAB-4B8A-BF8D-955E18DE5947}" presName="linear" presStyleCnt="0">
        <dgm:presLayoutVars>
          <dgm:animLvl val="lvl"/>
          <dgm:resizeHandles val="exact"/>
        </dgm:presLayoutVars>
      </dgm:prSet>
      <dgm:spPr/>
    </dgm:pt>
    <dgm:pt modelId="{37AC761E-71A9-A14E-BC1F-46060C0A6A7B}" type="pres">
      <dgm:prSet presAssocID="{5FAB0116-A48C-4426-A25E-BEC732EFC8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BD9EF04-2FB2-5A40-9A56-DF65492BE534}" type="pres">
      <dgm:prSet presAssocID="{45F78804-857D-400E-85C4-E56F8C5434EE}" presName="spacer" presStyleCnt="0"/>
      <dgm:spPr/>
    </dgm:pt>
    <dgm:pt modelId="{33D29D82-DE58-5741-92B0-2C455383699A}" type="pres">
      <dgm:prSet presAssocID="{C804C5FB-ED38-401F-BC61-B57CFBBE77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AAB4E3-23A9-564C-88F5-591B19893057}" type="pres">
      <dgm:prSet presAssocID="{00D38CD7-A2B2-4E8E-91FA-D7D9235303D1}" presName="spacer" presStyleCnt="0"/>
      <dgm:spPr/>
    </dgm:pt>
    <dgm:pt modelId="{8E359095-E702-1743-A7CE-C4FA8D81ABD0}" type="pres">
      <dgm:prSet presAssocID="{0DE87AF6-E764-4E96-87EE-5278CE072E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593D7C-26C0-154B-92D3-E5FF878F5C46}" type="pres">
      <dgm:prSet presAssocID="{CCADE61B-1A04-4E5E-A6E5-B49E29BEFAE8}" presName="spacer" presStyleCnt="0"/>
      <dgm:spPr/>
    </dgm:pt>
    <dgm:pt modelId="{D7DF0FDC-2D41-B343-A5A9-66E7D438AB02}" type="pres">
      <dgm:prSet presAssocID="{DBB559DE-F5FB-41DD-80BC-44FDC7C3AD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CB9C01-3BAF-1943-AA46-CDD88E160C09}" type="presOf" srcId="{14C86709-ECAB-4B8A-BF8D-955E18DE5947}" destId="{8CDCF933-1A07-C14F-B5BB-D3B8DFE5B8D7}" srcOrd="0" destOrd="0" presId="urn:microsoft.com/office/officeart/2005/8/layout/vList2"/>
    <dgm:cxn modelId="{BEDED12B-71ED-4FB7-B57B-21CA6720AE3C}" srcId="{14C86709-ECAB-4B8A-BF8D-955E18DE5947}" destId="{0DE87AF6-E764-4E96-87EE-5278CE072E76}" srcOrd="2" destOrd="0" parTransId="{FBACE77E-26C1-4111-AE3D-658522CF7E6B}" sibTransId="{CCADE61B-1A04-4E5E-A6E5-B49E29BEFAE8}"/>
    <dgm:cxn modelId="{3C56EF4D-85F8-494E-8A59-0EB2D1E8CA95}" srcId="{14C86709-ECAB-4B8A-BF8D-955E18DE5947}" destId="{5FAB0116-A48C-4426-A25E-BEC732EFC825}" srcOrd="0" destOrd="0" parTransId="{D5BB22FD-1C4B-4A05-A830-EC124D117EED}" sibTransId="{45F78804-857D-400E-85C4-E56F8C5434EE}"/>
    <dgm:cxn modelId="{5F4C0B4F-7CBE-4D83-B734-8C6DEC0ACC8A}" srcId="{14C86709-ECAB-4B8A-BF8D-955E18DE5947}" destId="{C804C5FB-ED38-401F-BC61-B57CFBBE77DD}" srcOrd="1" destOrd="0" parTransId="{8673F6FB-8BA9-4B3A-AC06-2365AE96E240}" sibTransId="{00D38CD7-A2B2-4E8E-91FA-D7D9235303D1}"/>
    <dgm:cxn modelId="{C0B41751-7FAA-0D43-B0D7-5DA281871E56}" type="presOf" srcId="{0DE87AF6-E764-4E96-87EE-5278CE072E76}" destId="{8E359095-E702-1743-A7CE-C4FA8D81ABD0}" srcOrd="0" destOrd="0" presId="urn:microsoft.com/office/officeart/2005/8/layout/vList2"/>
    <dgm:cxn modelId="{1EF57F61-829B-A84D-9C74-C8D048B3D34A}" type="presOf" srcId="{C804C5FB-ED38-401F-BC61-B57CFBBE77DD}" destId="{33D29D82-DE58-5741-92B0-2C455383699A}" srcOrd="0" destOrd="0" presId="urn:microsoft.com/office/officeart/2005/8/layout/vList2"/>
    <dgm:cxn modelId="{4A8DA171-B501-4B07-B859-1D4895CCD1CC}" srcId="{14C86709-ECAB-4B8A-BF8D-955E18DE5947}" destId="{DBB559DE-F5FB-41DD-80BC-44FDC7C3AD41}" srcOrd="3" destOrd="0" parTransId="{8C54D744-986B-419A-B340-31C1BB8E7049}" sibTransId="{5F0606CD-30A9-4A00-81FC-573F36753FD1}"/>
    <dgm:cxn modelId="{68AD39C1-5AFF-3743-BBD0-35ABF625FBB4}" type="presOf" srcId="{DBB559DE-F5FB-41DD-80BC-44FDC7C3AD41}" destId="{D7DF0FDC-2D41-B343-A5A9-66E7D438AB02}" srcOrd="0" destOrd="0" presId="urn:microsoft.com/office/officeart/2005/8/layout/vList2"/>
    <dgm:cxn modelId="{117CE1FE-168B-7B43-A4B5-F51A7F959DD6}" type="presOf" srcId="{5FAB0116-A48C-4426-A25E-BEC732EFC825}" destId="{37AC761E-71A9-A14E-BC1F-46060C0A6A7B}" srcOrd="0" destOrd="0" presId="urn:microsoft.com/office/officeart/2005/8/layout/vList2"/>
    <dgm:cxn modelId="{EAAE3CEC-E9B6-D54E-8ACC-A6E754A38133}" type="presParOf" srcId="{8CDCF933-1A07-C14F-B5BB-D3B8DFE5B8D7}" destId="{37AC761E-71A9-A14E-BC1F-46060C0A6A7B}" srcOrd="0" destOrd="0" presId="urn:microsoft.com/office/officeart/2005/8/layout/vList2"/>
    <dgm:cxn modelId="{DAC70DF2-EBD6-0640-8987-C52A6741E35C}" type="presParOf" srcId="{8CDCF933-1A07-C14F-B5BB-D3B8DFE5B8D7}" destId="{7BD9EF04-2FB2-5A40-9A56-DF65492BE534}" srcOrd="1" destOrd="0" presId="urn:microsoft.com/office/officeart/2005/8/layout/vList2"/>
    <dgm:cxn modelId="{014EF71C-53CF-5246-AB5E-3590EAB22648}" type="presParOf" srcId="{8CDCF933-1A07-C14F-B5BB-D3B8DFE5B8D7}" destId="{33D29D82-DE58-5741-92B0-2C455383699A}" srcOrd="2" destOrd="0" presId="urn:microsoft.com/office/officeart/2005/8/layout/vList2"/>
    <dgm:cxn modelId="{75EBDFF3-BC97-4140-9344-623ECCF7848C}" type="presParOf" srcId="{8CDCF933-1A07-C14F-B5BB-D3B8DFE5B8D7}" destId="{A6AAB4E3-23A9-564C-88F5-591B19893057}" srcOrd="3" destOrd="0" presId="urn:microsoft.com/office/officeart/2005/8/layout/vList2"/>
    <dgm:cxn modelId="{6A3D710C-0A28-FD42-9769-CC41044B363F}" type="presParOf" srcId="{8CDCF933-1A07-C14F-B5BB-D3B8DFE5B8D7}" destId="{8E359095-E702-1743-A7CE-C4FA8D81ABD0}" srcOrd="4" destOrd="0" presId="urn:microsoft.com/office/officeart/2005/8/layout/vList2"/>
    <dgm:cxn modelId="{35158B57-8165-9C49-8219-F69CFC1E8762}" type="presParOf" srcId="{8CDCF933-1A07-C14F-B5BB-D3B8DFE5B8D7}" destId="{43593D7C-26C0-154B-92D3-E5FF878F5C46}" srcOrd="5" destOrd="0" presId="urn:microsoft.com/office/officeart/2005/8/layout/vList2"/>
    <dgm:cxn modelId="{D048B7F6-3EFF-FD49-9EF8-69C3B894013B}" type="presParOf" srcId="{8CDCF933-1A07-C14F-B5BB-D3B8DFE5B8D7}" destId="{D7DF0FDC-2D41-B343-A5A9-66E7D438AB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A2EA4D-BBF7-45D9-8AC5-E46B726C9B3F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8AA92B-CF69-424D-915A-AEE66219E8F8}">
      <dgm:prSet/>
      <dgm:spPr/>
      <dgm:t>
        <a:bodyPr/>
        <a:lstStyle/>
        <a:p>
          <a:r>
            <a:rPr lang="en-GB"/>
            <a:t>In hospital settings, patients' conditions can change rapidly and instantly. Failure to intervene quickly in such situations can lead to unpredictable consequences.</a:t>
          </a:r>
          <a:endParaRPr lang="en-US"/>
        </a:p>
      </dgm:t>
    </dgm:pt>
    <dgm:pt modelId="{81A9A73A-1E13-4819-A2C7-C8369057170F}" type="parTrans" cxnId="{8AE222A6-3429-4018-B749-3F5E7F3F7D33}">
      <dgm:prSet/>
      <dgm:spPr/>
      <dgm:t>
        <a:bodyPr/>
        <a:lstStyle/>
        <a:p>
          <a:endParaRPr lang="en-US"/>
        </a:p>
      </dgm:t>
    </dgm:pt>
    <dgm:pt modelId="{B3526BEA-17AD-415E-AB14-18586F770319}" type="sibTrans" cxnId="{8AE222A6-3429-4018-B749-3F5E7F3F7D33}">
      <dgm:prSet/>
      <dgm:spPr/>
      <dgm:t>
        <a:bodyPr/>
        <a:lstStyle/>
        <a:p>
          <a:endParaRPr lang="en-US"/>
        </a:p>
      </dgm:t>
    </dgm:pt>
    <dgm:pt modelId="{03FE5BAC-3F21-4BAE-81D4-00FD1DDAB388}">
      <dgm:prSet/>
      <dgm:spPr/>
      <dgm:t>
        <a:bodyPr/>
        <a:lstStyle/>
        <a:p>
          <a:r>
            <a:rPr lang="en-GB"/>
            <a:t>Doctors and nurses cannot monitor all patients simulltaneously in real-time. Therefore, they check on them at specific intervals.</a:t>
          </a:r>
          <a:endParaRPr lang="en-US"/>
        </a:p>
      </dgm:t>
    </dgm:pt>
    <dgm:pt modelId="{124A42FF-33E6-4919-8F17-0CFC6905B7E2}" type="parTrans" cxnId="{E380A222-BBAF-4AE8-A201-1B64FA0F9858}">
      <dgm:prSet/>
      <dgm:spPr/>
      <dgm:t>
        <a:bodyPr/>
        <a:lstStyle/>
        <a:p>
          <a:endParaRPr lang="en-US"/>
        </a:p>
      </dgm:t>
    </dgm:pt>
    <dgm:pt modelId="{23559A8B-B6B4-4879-8EC3-40D41211643A}" type="sibTrans" cxnId="{E380A222-BBAF-4AE8-A201-1B64FA0F9858}">
      <dgm:prSet/>
      <dgm:spPr/>
      <dgm:t>
        <a:bodyPr/>
        <a:lstStyle/>
        <a:p>
          <a:endParaRPr lang="en-US"/>
        </a:p>
      </dgm:t>
    </dgm:pt>
    <dgm:pt modelId="{1166C28D-5EE7-4D2D-90F5-D278B12012B6}">
      <dgm:prSet/>
      <dgm:spPr/>
      <dgm:t>
        <a:bodyPr/>
        <a:lstStyle/>
        <a:p>
          <a:r>
            <a:rPr lang="en-GB"/>
            <a:t>Failure to recognize these critical situational changes in time can have serious consequences.</a:t>
          </a:r>
          <a:endParaRPr lang="en-US"/>
        </a:p>
      </dgm:t>
    </dgm:pt>
    <dgm:pt modelId="{5A806B75-39BE-46EF-83CF-378A376DC2FB}" type="parTrans" cxnId="{CBDF5771-A830-4CEB-B30D-BC448FB3EB92}">
      <dgm:prSet/>
      <dgm:spPr/>
      <dgm:t>
        <a:bodyPr/>
        <a:lstStyle/>
        <a:p>
          <a:endParaRPr lang="en-US"/>
        </a:p>
      </dgm:t>
    </dgm:pt>
    <dgm:pt modelId="{D97CA507-4269-4D68-AC6A-42B00A3B94F3}" type="sibTrans" cxnId="{CBDF5771-A830-4CEB-B30D-BC448FB3EB92}">
      <dgm:prSet/>
      <dgm:spPr/>
      <dgm:t>
        <a:bodyPr/>
        <a:lstStyle/>
        <a:p>
          <a:endParaRPr lang="en-US"/>
        </a:p>
      </dgm:t>
    </dgm:pt>
    <dgm:pt modelId="{2F1D0E54-CB27-44BD-8178-4C808B427233}">
      <dgm:prSet/>
      <dgm:spPr/>
      <dgm:t>
        <a:bodyPr/>
        <a:lstStyle/>
        <a:p>
          <a:r>
            <a:rPr lang="en-GB"/>
            <a:t>Therefore, there is a serious need for intelligent monitoring and support systems.</a:t>
          </a:r>
          <a:endParaRPr lang="en-US"/>
        </a:p>
      </dgm:t>
    </dgm:pt>
    <dgm:pt modelId="{08109BCC-13B0-4C37-B30E-6CCCA99EC7BA}" type="parTrans" cxnId="{F2550249-01A7-4A8D-A750-E74630F142A7}">
      <dgm:prSet/>
      <dgm:spPr/>
      <dgm:t>
        <a:bodyPr/>
        <a:lstStyle/>
        <a:p>
          <a:endParaRPr lang="en-US"/>
        </a:p>
      </dgm:t>
    </dgm:pt>
    <dgm:pt modelId="{86EC9019-60B7-4434-8701-A6A2D9CDC608}" type="sibTrans" cxnId="{F2550249-01A7-4A8D-A750-E74630F142A7}">
      <dgm:prSet/>
      <dgm:spPr/>
      <dgm:t>
        <a:bodyPr/>
        <a:lstStyle/>
        <a:p>
          <a:endParaRPr lang="en-US"/>
        </a:p>
      </dgm:t>
    </dgm:pt>
    <dgm:pt modelId="{E3BBE57C-D790-E34A-A4E5-3B840C3A7084}" type="pres">
      <dgm:prSet presAssocID="{10A2EA4D-BBF7-45D9-8AC5-E46B726C9B3F}" presName="matrix" presStyleCnt="0">
        <dgm:presLayoutVars>
          <dgm:chMax val="1"/>
          <dgm:dir/>
          <dgm:resizeHandles val="exact"/>
        </dgm:presLayoutVars>
      </dgm:prSet>
      <dgm:spPr/>
    </dgm:pt>
    <dgm:pt modelId="{CC8613B4-78C4-A741-B1CE-3EF059595AA5}" type="pres">
      <dgm:prSet presAssocID="{10A2EA4D-BBF7-45D9-8AC5-E46B726C9B3F}" presName="diamond" presStyleLbl="bgShp" presStyleIdx="0" presStyleCnt="1"/>
      <dgm:spPr/>
    </dgm:pt>
    <dgm:pt modelId="{981751E6-3580-7A4A-B3FD-AE8BA9400A7B}" type="pres">
      <dgm:prSet presAssocID="{10A2EA4D-BBF7-45D9-8AC5-E46B726C9B3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D47266C-F3CE-984F-A0C6-8C115C2BB6B5}" type="pres">
      <dgm:prSet presAssocID="{10A2EA4D-BBF7-45D9-8AC5-E46B726C9B3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EAA3599-C16A-3B42-8CCB-747022D4FDD7}" type="pres">
      <dgm:prSet presAssocID="{10A2EA4D-BBF7-45D9-8AC5-E46B726C9B3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ECB15A-8719-A340-B073-5B3C9D94D077}" type="pres">
      <dgm:prSet presAssocID="{10A2EA4D-BBF7-45D9-8AC5-E46B726C9B3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0C0C0E-06F6-E747-928D-D53D5B19D644}" type="presOf" srcId="{1166C28D-5EE7-4D2D-90F5-D278B12012B6}" destId="{6EAA3599-C16A-3B42-8CCB-747022D4FDD7}" srcOrd="0" destOrd="0" presId="urn:microsoft.com/office/officeart/2005/8/layout/matrix3"/>
    <dgm:cxn modelId="{E380A222-BBAF-4AE8-A201-1B64FA0F9858}" srcId="{10A2EA4D-BBF7-45D9-8AC5-E46B726C9B3F}" destId="{03FE5BAC-3F21-4BAE-81D4-00FD1DDAB388}" srcOrd="1" destOrd="0" parTransId="{124A42FF-33E6-4919-8F17-0CFC6905B7E2}" sibTransId="{23559A8B-B6B4-4879-8EC3-40D41211643A}"/>
    <dgm:cxn modelId="{F2550249-01A7-4A8D-A750-E74630F142A7}" srcId="{10A2EA4D-BBF7-45D9-8AC5-E46B726C9B3F}" destId="{2F1D0E54-CB27-44BD-8178-4C808B427233}" srcOrd="3" destOrd="0" parTransId="{08109BCC-13B0-4C37-B30E-6CCCA99EC7BA}" sibTransId="{86EC9019-60B7-4434-8701-A6A2D9CDC608}"/>
    <dgm:cxn modelId="{7057C069-7BEE-5C49-8C27-CDB069E555C9}" type="presOf" srcId="{F38AA92B-CF69-424D-915A-AEE66219E8F8}" destId="{981751E6-3580-7A4A-B3FD-AE8BA9400A7B}" srcOrd="0" destOrd="0" presId="urn:microsoft.com/office/officeart/2005/8/layout/matrix3"/>
    <dgm:cxn modelId="{CBDF5771-A830-4CEB-B30D-BC448FB3EB92}" srcId="{10A2EA4D-BBF7-45D9-8AC5-E46B726C9B3F}" destId="{1166C28D-5EE7-4D2D-90F5-D278B12012B6}" srcOrd="2" destOrd="0" parTransId="{5A806B75-39BE-46EF-83CF-378A376DC2FB}" sibTransId="{D97CA507-4269-4D68-AC6A-42B00A3B94F3}"/>
    <dgm:cxn modelId="{D2E68198-0947-2748-9417-B0782259DA13}" type="presOf" srcId="{10A2EA4D-BBF7-45D9-8AC5-E46B726C9B3F}" destId="{E3BBE57C-D790-E34A-A4E5-3B840C3A7084}" srcOrd="0" destOrd="0" presId="urn:microsoft.com/office/officeart/2005/8/layout/matrix3"/>
    <dgm:cxn modelId="{0693E9A0-2D52-F149-874E-4EE89EF91834}" type="presOf" srcId="{2F1D0E54-CB27-44BD-8178-4C808B427233}" destId="{51ECB15A-8719-A340-B073-5B3C9D94D077}" srcOrd="0" destOrd="0" presId="urn:microsoft.com/office/officeart/2005/8/layout/matrix3"/>
    <dgm:cxn modelId="{8AE222A6-3429-4018-B749-3F5E7F3F7D33}" srcId="{10A2EA4D-BBF7-45D9-8AC5-E46B726C9B3F}" destId="{F38AA92B-CF69-424D-915A-AEE66219E8F8}" srcOrd="0" destOrd="0" parTransId="{81A9A73A-1E13-4819-A2C7-C8369057170F}" sibTransId="{B3526BEA-17AD-415E-AB14-18586F770319}"/>
    <dgm:cxn modelId="{6768AADD-A35C-4242-8140-FF759F82CCD5}" type="presOf" srcId="{03FE5BAC-3F21-4BAE-81D4-00FD1DDAB388}" destId="{DD47266C-F3CE-984F-A0C6-8C115C2BB6B5}" srcOrd="0" destOrd="0" presId="urn:microsoft.com/office/officeart/2005/8/layout/matrix3"/>
    <dgm:cxn modelId="{0567DC6E-F4C4-D44F-8270-95758560329B}" type="presParOf" srcId="{E3BBE57C-D790-E34A-A4E5-3B840C3A7084}" destId="{CC8613B4-78C4-A741-B1CE-3EF059595AA5}" srcOrd="0" destOrd="0" presId="urn:microsoft.com/office/officeart/2005/8/layout/matrix3"/>
    <dgm:cxn modelId="{BC1A1A3D-579F-E647-A07B-39E4F9239E2F}" type="presParOf" srcId="{E3BBE57C-D790-E34A-A4E5-3B840C3A7084}" destId="{981751E6-3580-7A4A-B3FD-AE8BA9400A7B}" srcOrd="1" destOrd="0" presId="urn:microsoft.com/office/officeart/2005/8/layout/matrix3"/>
    <dgm:cxn modelId="{A0D4F8E5-E19A-CE44-B168-35F24ADED6C1}" type="presParOf" srcId="{E3BBE57C-D790-E34A-A4E5-3B840C3A7084}" destId="{DD47266C-F3CE-984F-A0C6-8C115C2BB6B5}" srcOrd="2" destOrd="0" presId="urn:microsoft.com/office/officeart/2005/8/layout/matrix3"/>
    <dgm:cxn modelId="{D99C9F9E-F566-8348-AEF2-2A444344AFA4}" type="presParOf" srcId="{E3BBE57C-D790-E34A-A4E5-3B840C3A7084}" destId="{6EAA3599-C16A-3B42-8CCB-747022D4FDD7}" srcOrd="3" destOrd="0" presId="urn:microsoft.com/office/officeart/2005/8/layout/matrix3"/>
    <dgm:cxn modelId="{F29016B7-19AE-2C4A-B781-1F7EF0E54593}" type="presParOf" srcId="{E3BBE57C-D790-E34A-A4E5-3B840C3A7084}" destId="{51ECB15A-8719-A340-B073-5B3C9D94D07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3030B3-FE39-4303-AC19-7FD7094BF50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E9B857-A6D4-46E2-B8A0-CE75DA54648B}">
      <dgm:prSet/>
      <dgm:spPr/>
      <dgm:t>
        <a:bodyPr/>
        <a:lstStyle/>
        <a:p>
          <a:r>
            <a:rPr lang="en-GB"/>
            <a:t>This project is designed as a decision support system, not an automation system.</a:t>
          </a:r>
          <a:endParaRPr lang="en-US"/>
        </a:p>
      </dgm:t>
    </dgm:pt>
    <dgm:pt modelId="{7C92E452-32D1-4B61-AB2D-132AE6170B5C}" type="parTrans" cxnId="{7100C71E-3534-4886-BFFC-C624922F8423}">
      <dgm:prSet/>
      <dgm:spPr/>
      <dgm:t>
        <a:bodyPr/>
        <a:lstStyle/>
        <a:p>
          <a:endParaRPr lang="en-US"/>
        </a:p>
      </dgm:t>
    </dgm:pt>
    <dgm:pt modelId="{064A0417-3D84-499A-8280-E9CE97944C82}" type="sibTrans" cxnId="{7100C71E-3534-4886-BFFC-C624922F8423}">
      <dgm:prSet/>
      <dgm:spPr/>
      <dgm:t>
        <a:bodyPr/>
        <a:lstStyle/>
        <a:p>
          <a:endParaRPr lang="en-US"/>
        </a:p>
      </dgm:t>
    </dgm:pt>
    <dgm:pt modelId="{EFB9F063-678A-44D7-95EC-7E79BB9D0BB8}">
      <dgm:prSet/>
      <dgm:spPr/>
      <dgm:t>
        <a:bodyPr/>
        <a:lstStyle/>
        <a:p>
          <a:r>
            <a:rPr lang="en-GB"/>
            <a:t>It is also designed in such a way that its scope can be expanded in the future to make it even more useful.</a:t>
          </a:r>
          <a:endParaRPr lang="en-US"/>
        </a:p>
      </dgm:t>
    </dgm:pt>
    <dgm:pt modelId="{57ED889A-B81A-4503-9509-9D403B0C8939}" type="parTrans" cxnId="{4AA44BC3-0B60-4FF7-8688-18C3BEAEEFB0}">
      <dgm:prSet/>
      <dgm:spPr/>
      <dgm:t>
        <a:bodyPr/>
        <a:lstStyle/>
        <a:p>
          <a:endParaRPr lang="en-US"/>
        </a:p>
      </dgm:t>
    </dgm:pt>
    <dgm:pt modelId="{915596C1-C3AD-447B-A1E5-662031B70814}" type="sibTrans" cxnId="{4AA44BC3-0B60-4FF7-8688-18C3BEAEEFB0}">
      <dgm:prSet/>
      <dgm:spPr/>
      <dgm:t>
        <a:bodyPr/>
        <a:lstStyle/>
        <a:p>
          <a:endParaRPr lang="en-US"/>
        </a:p>
      </dgm:t>
    </dgm:pt>
    <dgm:pt modelId="{1A6AA509-8695-43CA-994E-AAB7B4403A85}">
      <dgm:prSet/>
      <dgm:spPr/>
      <dgm:t>
        <a:bodyPr/>
        <a:lstStyle/>
        <a:p>
          <a:r>
            <a:rPr lang="en-GB"/>
            <a:t>The aim of this project is to support doctors by providing them with structured and understandable insights.</a:t>
          </a:r>
          <a:endParaRPr lang="en-US"/>
        </a:p>
      </dgm:t>
    </dgm:pt>
    <dgm:pt modelId="{B1048F3D-050E-4447-8F4D-582429E53A47}" type="parTrans" cxnId="{B96A348D-E35E-4A17-985D-FE44DF429052}">
      <dgm:prSet/>
      <dgm:spPr/>
      <dgm:t>
        <a:bodyPr/>
        <a:lstStyle/>
        <a:p>
          <a:endParaRPr lang="en-US"/>
        </a:p>
      </dgm:t>
    </dgm:pt>
    <dgm:pt modelId="{D713A427-49CE-4260-970D-7332C8CD42A5}" type="sibTrans" cxnId="{B96A348D-E35E-4A17-985D-FE44DF429052}">
      <dgm:prSet/>
      <dgm:spPr/>
      <dgm:t>
        <a:bodyPr/>
        <a:lstStyle/>
        <a:p>
          <a:endParaRPr lang="en-US"/>
        </a:p>
      </dgm:t>
    </dgm:pt>
    <dgm:pt modelId="{04AE5EAE-4836-43FC-87C3-874F995257C5}">
      <dgm:prSet/>
      <dgm:spPr/>
      <dgm:t>
        <a:bodyPr/>
        <a:lstStyle/>
        <a:p>
          <a:r>
            <a:rPr lang="en-GB"/>
            <a:t>The system does not make decisions for the individual; it empowers them during the decision-making process.</a:t>
          </a:r>
          <a:endParaRPr lang="en-US"/>
        </a:p>
      </dgm:t>
    </dgm:pt>
    <dgm:pt modelId="{E745A6B7-27EE-4676-9283-D0E155343F67}" type="parTrans" cxnId="{5FE3CA5B-C076-4F67-B64F-07DFEEBC7720}">
      <dgm:prSet/>
      <dgm:spPr/>
      <dgm:t>
        <a:bodyPr/>
        <a:lstStyle/>
        <a:p>
          <a:endParaRPr lang="en-US"/>
        </a:p>
      </dgm:t>
    </dgm:pt>
    <dgm:pt modelId="{E758D0C1-77A2-4957-818F-06AEB32695A4}" type="sibTrans" cxnId="{5FE3CA5B-C076-4F67-B64F-07DFEEBC7720}">
      <dgm:prSet/>
      <dgm:spPr/>
      <dgm:t>
        <a:bodyPr/>
        <a:lstStyle/>
        <a:p>
          <a:endParaRPr lang="en-US"/>
        </a:p>
      </dgm:t>
    </dgm:pt>
    <dgm:pt modelId="{8BE95019-287B-CF48-9178-D7E165331739}" type="pres">
      <dgm:prSet presAssocID="{003030B3-FE39-4303-AC19-7FD7094BF504}" presName="outerComposite" presStyleCnt="0">
        <dgm:presLayoutVars>
          <dgm:chMax val="5"/>
          <dgm:dir/>
          <dgm:resizeHandles val="exact"/>
        </dgm:presLayoutVars>
      </dgm:prSet>
      <dgm:spPr/>
    </dgm:pt>
    <dgm:pt modelId="{11B54EA9-12D7-074A-85F0-34AA155D698B}" type="pres">
      <dgm:prSet presAssocID="{003030B3-FE39-4303-AC19-7FD7094BF504}" presName="dummyMaxCanvas" presStyleCnt="0">
        <dgm:presLayoutVars/>
      </dgm:prSet>
      <dgm:spPr/>
    </dgm:pt>
    <dgm:pt modelId="{0B3599AB-5272-574D-8E2C-E7BA28BBEA31}" type="pres">
      <dgm:prSet presAssocID="{003030B3-FE39-4303-AC19-7FD7094BF504}" presName="FourNodes_1" presStyleLbl="node1" presStyleIdx="0" presStyleCnt="4">
        <dgm:presLayoutVars>
          <dgm:bulletEnabled val="1"/>
        </dgm:presLayoutVars>
      </dgm:prSet>
      <dgm:spPr/>
    </dgm:pt>
    <dgm:pt modelId="{C1BD62A9-A266-8A43-8479-460110B6C55D}" type="pres">
      <dgm:prSet presAssocID="{003030B3-FE39-4303-AC19-7FD7094BF504}" presName="FourNodes_2" presStyleLbl="node1" presStyleIdx="1" presStyleCnt="4">
        <dgm:presLayoutVars>
          <dgm:bulletEnabled val="1"/>
        </dgm:presLayoutVars>
      </dgm:prSet>
      <dgm:spPr/>
    </dgm:pt>
    <dgm:pt modelId="{1DE57277-9BB1-7F40-9A20-EF2A4CC3776D}" type="pres">
      <dgm:prSet presAssocID="{003030B3-FE39-4303-AC19-7FD7094BF504}" presName="FourNodes_3" presStyleLbl="node1" presStyleIdx="2" presStyleCnt="4">
        <dgm:presLayoutVars>
          <dgm:bulletEnabled val="1"/>
        </dgm:presLayoutVars>
      </dgm:prSet>
      <dgm:spPr/>
    </dgm:pt>
    <dgm:pt modelId="{74EC8F15-0E69-8842-B6FC-585AF34FC904}" type="pres">
      <dgm:prSet presAssocID="{003030B3-FE39-4303-AC19-7FD7094BF504}" presName="FourNodes_4" presStyleLbl="node1" presStyleIdx="3" presStyleCnt="4">
        <dgm:presLayoutVars>
          <dgm:bulletEnabled val="1"/>
        </dgm:presLayoutVars>
      </dgm:prSet>
      <dgm:spPr/>
    </dgm:pt>
    <dgm:pt modelId="{1B0F91D2-C73E-9845-913C-345E71BCAAFD}" type="pres">
      <dgm:prSet presAssocID="{003030B3-FE39-4303-AC19-7FD7094BF504}" presName="FourConn_1-2" presStyleLbl="fgAccFollowNode1" presStyleIdx="0" presStyleCnt="3">
        <dgm:presLayoutVars>
          <dgm:bulletEnabled val="1"/>
        </dgm:presLayoutVars>
      </dgm:prSet>
      <dgm:spPr/>
    </dgm:pt>
    <dgm:pt modelId="{B672973C-0ADE-0C4E-BECE-CD4AB47DDE6D}" type="pres">
      <dgm:prSet presAssocID="{003030B3-FE39-4303-AC19-7FD7094BF504}" presName="FourConn_2-3" presStyleLbl="fgAccFollowNode1" presStyleIdx="1" presStyleCnt="3">
        <dgm:presLayoutVars>
          <dgm:bulletEnabled val="1"/>
        </dgm:presLayoutVars>
      </dgm:prSet>
      <dgm:spPr/>
    </dgm:pt>
    <dgm:pt modelId="{964710C0-1DCE-2F45-84B7-F41EB8A45005}" type="pres">
      <dgm:prSet presAssocID="{003030B3-FE39-4303-AC19-7FD7094BF504}" presName="FourConn_3-4" presStyleLbl="fgAccFollowNode1" presStyleIdx="2" presStyleCnt="3">
        <dgm:presLayoutVars>
          <dgm:bulletEnabled val="1"/>
        </dgm:presLayoutVars>
      </dgm:prSet>
      <dgm:spPr/>
    </dgm:pt>
    <dgm:pt modelId="{B03AFAE1-EFE4-614B-91B1-A021769C8B46}" type="pres">
      <dgm:prSet presAssocID="{003030B3-FE39-4303-AC19-7FD7094BF504}" presName="FourNodes_1_text" presStyleLbl="node1" presStyleIdx="3" presStyleCnt="4">
        <dgm:presLayoutVars>
          <dgm:bulletEnabled val="1"/>
        </dgm:presLayoutVars>
      </dgm:prSet>
      <dgm:spPr/>
    </dgm:pt>
    <dgm:pt modelId="{ADB6523F-A76F-7F48-AB13-1D07492EA0FB}" type="pres">
      <dgm:prSet presAssocID="{003030B3-FE39-4303-AC19-7FD7094BF504}" presName="FourNodes_2_text" presStyleLbl="node1" presStyleIdx="3" presStyleCnt="4">
        <dgm:presLayoutVars>
          <dgm:bulletEnabled val="1"/>
        </dgm:presLayoutVars>
      </dgm:prSet>
      <dgm:spPr/>
    </dgm:pt>
    <dgm:pt modelId="{D1F44D99-DF5D-C940-AADF-E9C4145BCD76}" type="pres">
      <dgm:prSet presAssocID="{003030B3-FE39-4303-AC19-7FD7094BF504}" presName="FourNodes_3_text" presStyleLbl="node1" presStyleIdx="3" presStyleCnt="4">
        <dgm:presLayoutVars>
          <dgm:bulletEnabled val="1"/>
        </dgm:presLayoutVars>
      </dgm:prSet>
      <dgm:spPr/>
    </dgm:pt>
    <dgm:pt modelId="{BF64298D-3665-5F42-926E-BC935473FA21}" type="pres">
      <dgm:prSet presAssocID="{003030B3-FE39-4303-AC19-7FD7094BF50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0BCC10-B82D-CA4D-BB87-F1988F7D92E2}" type="presOf" srcId="{1A6AA509-8695-43CA-994E-AAB7B4403A85}" destId="{1DE57277-9BB1-7F40-9A20-EF2A4CC3776D}" srcOrd="0" destOrd="0" presId="urn:microsoft.com/office/officeart/2005/8/layout/vProcess5"/>
    <dgm:cxn modelId="{7100C71E-3534-4886-BFFC-C624922F8423}" srcId="{003030B3-FE39-4303-AC19-7FD7094BF504}" destId="{8FE9B857-A6D4-46E2-B8A0-CE75DA54648B}" srcOrd="0" destOrd="0" parTransId="{7C92E452-32D1-4B61-AB2D-132AE6170B5C}" sibTransId="{064A0417-3D84-499A-8280-E9CE97944C82}"/>
    <dgm:cxn modelId="{7850C626-F8F8-164B-8243-C69068ABD602}" type="presOf" srcId="{04AE5EAE-4836-43FC-87C3-874F995257C5}" destId="{74EC8F15-0E69-8842-B6FC-585AF34FC904}" srcOrd="0" destOrd="0" presId="urn:microsoft.com/office/officeart/2005/8/layout/vProcess5"/>
    <dgm:cxn modelId="{F6D8972C-E0ED-C747-AE34-3192E5AE644E}" type="presOf" srcId="{8FE9B857-A6D4-46E2-B8A0-CE75DA54648B}" destId="{0B3599AB-5272-574D-8E2C-E7BA28BBEA31}" srcOrd="0" destOrd="0" presId="urn:microsoft.com/office/officeart/2005/8/layout/vProcess5"/>
    <dgm:cxn modelId="{0E03202F-8025-704E-BFAD-2F2E3A26D452}" type="presOf" srcId="{04AE5EAE-4836-43FC-87C3-874F995257C5}" destId="{BF64298D-3665-5F42-926E-BC935473FA21}" srcOrd="1" destOrd="0" presId="urn:microsoft.com/office/officeart/2005/8/layout/vProcess5"/>
    <dgm:cxn modelId="{BEC7EE40-886D-3F4D-8DDD-466A63D36056}" type="presOf" srcId="{003030B3-FE39-4303-AC19-7FD7094BF504}" destId="{8BE95019-287B-CF48-9178-D7E165331739}" srcOrd="0" destOrd="0" presId="urn:microsoft.com/office/officeart/2005/8/layout/vProcess5"/>
    <dgm:cxn modelId="{5FE3CA5B-C076-4F67-B64F-07DFEEBC7720}" srcId="{003030B3-FE39-4303-AC19-7FD7094BF504}" destId="{04AE5EAE-4836-43FC-87C3-874F995257C5}" srcOrd="3" destOrd="0" parTransId="{E745A6B7-27EE-4676-9283-D0E155343F67}" sibTransId="{E758D0C1-77A2-4957-818F-06AEB32695A4}"/>
    <dgm:cxn modelId="{84297E81-B83A-A346-AFB5-F97E6B67C9BF}" type="presOf" srcId="{D713A427-49CE-4260-970D-7332C8CD42A5}" destId="{964710C0-1DCE-2F45-84B7-F41EB8A45005}" srcOrd="0" destOrd="0" presId="urn:microsoft.com/office/officeart/2005/8/layout/vProcess5"/>
    <dgm:cxn modelId="{0CE31783-74CC-C647-ABE3-69D6E489F2EA}" type="presOf" srcId="{1A6AA509-8695-43CA-994E-AAB7B4403A85}" destId="{D1F44D99-DF5D-C940-AADF-E9C4145BCD76}" srcOrd="1" destOrd="0" presId="urn:microsoft.com/office/officeart/2005/8/layout/vProcess5"/>
    <dgm:cxn modelId="{B96A348D-E35E-4A17-985D-FE44DF429052}" srcId="{003030B3-FE39-4303-AC19-7FD7094BF504}" destId="{1A6AA509-8695-43CA-994E-AAB7B4403A85}" srcOrd="2" destOrd="0" parTransId="{B1048F3D-050E-4447-8F4D-582429E53A47}" sibTransId="{D713A427-49CE-4260-970D-7332C8CD42A5}"/>
    <dgm:cxn modelId="{67B8F69B-B52C-0941-8C6D-428833EA80D8}" type="presOf" srcId="{064A0417-3D84-499A-8280-E9CE97944C82}" destId="{1B0F91D2-C73E-9845-913C-345E71BCAAFD}" srcOrd="0" destOrd="0" presId="urn:microsoft.com/office/officeart/2005/8/layout/vProcess5"/>
    <dgm:cxn modelId="{86C288B4-0E61-234E-ADA8-1D5852AEAA29}" type="presOf" srcId="{915596C1-C3AD-447B-A1E5-662031B70814}" destId="{B672973C-0ADE-0C4E-BECE-CD4AB47DDE6D}" srcOrd="0" destOrd="0" presId="urn:microsoft.com/office/officeart/2005/8/layout/vProcess5"/>
    <dgm:cxn modelId="{4AA44BC3-0B60-4FF7-8688-18C3BEAEEFB0}" srcId="{003030B3-FE39-4303-AC19-7FD7094BF504}" destId="{EFB9F063-678A-44D7-95EC-7E79BB9D0BB8}" srcOrd="1" destOrd="0" parTransId="{57ED889A-B81A-4503-9509-9D403B0C8939}" sibTransId="{915596C1-C3AD-447B-A1E5-662031B70814}"/>
    <dgm:cxn modelId="{01E5B4DB-769C-7E42-A4B2-81E37F40F47E}" type="presOf" srcId="{8FE9B857-A6D4-46E2-B8A0-CE75DA54648B}" destId="{B03AFAE1-EFE4-614B-91B1-A021769C8B46}" srcOrd="1" destOrd="0" presId="urn:microsoft.com/office/officeart/2005/8/layout/vProcess5"/>
    <dgm:cxn modelId="{788282F4-B74D-D14D-AE83-A4D68F1D3FDB}" type="presOf" srcId="{EFB9F063-678A-44D7-95EC-7E79BB9D0BB8}" destId="{C1BD62A9-A266-8A43-8479-460110B6C55D}" srcOrd="0" destOrd="0" presId="urn:microsoft.com/office/officeart/2005/8/layout/vProcess5"/>
    <dgm:cxn modelId="{80ED58F5-8EE9-9342-94E5-A2669D8055C2}" type="presOf" srcId="{EFB9F063-678A-44D7-95EC-7E79BB9D0BB8}" destId="{ADB6523F-A76F-7F48-AB13-1D07492EA0FB}" srcOrd="1" destOrd="0" presId="urn:microsoft.com/office/officeart/2005/8/layout/vProcess5"/>
    <dgm:cxn modelId="{8789005F-7354-3B45-BA03-5EA43432F46F}" type="presParOf" srcId="{8BE95019-287B-CF48-9178-D7E165331739}" destId="{11B54EA9-12D7-074A-85F0-34AA155D698B}" srcOrd="0" destOrd="0" presId="urn:microsoft.com/office/officeart/2005/8/layout/vProcess5"/>
    <dgm:cxn modelId="{22F50E9B-653A-404B-A6B7-730B421B4CB0}" type="presParOf" srcId="{8BE95019-287B-CF48-9178-D7E165331739}" destId="{0B3599AB-5272-574D-8E2C-E7BA28BBEA31}" srcOrd="1" destOrd="0" presId="urn:microsoft.com/office/officeart/2005/8/layout/vProcess5"/>
    <dgm:cxn modelId="{A29CB621-5B13-024E-92E2-E5D06D4D88F2}" type="presParOf" srcId="{8BE95019-287B-CF48-9178-D7E165331739}" destId="{C1BD62A9-A266-8A43-8479-460110B6C55D}" srcOrd="2" destOrd="0" presId="urn:microsoft.com/office/officeart/2005/8/layout/vProcess5"/>
    <dgm:cxn modelId="{23482A1A-B9FD-6446-B880-05D43A06751D}" type="presParOf" srcId="{8BE95019-287B-CF48-9178-D7E165331739}" destId="{1DE57277-9BB1-7F40-9A20-EF2A4CC3776D}" srcOrd="3" destOrd="0" presId="urn:microsoft.com/office/officeart/2005/8/layout/vProcess5"/>
    <dgm:cxn modelId="{050B0A5A-ADB7-1C48-BF50-D86F2C0BA038}" type="presParOf" srcId="{8BE95019-287B-CF48-9178-D7E165331739}" destId="{74EC8F15-0E69-8842-B6FC-585AF34FC904}" srcOrd="4" destOrd="0" presId="urn:microsoft.com/office/officeart/2005/8/layout/vProcess5"/>
    <dgm:cxn modelId="{7B2B217C-094F-DF48-A61B-D1DEC8819CC6}" type="presParOf" srcId="{8BE95019-287B-CF48-9178-D7E165331739}" destId="{1B0F91D2-C73E-9845-913C-345E71BCAAFD}" srcOrd="5" destOrd="0" presId="urn:microsoft.com/office/officeart/2005/8/layout/vProcess5"/>
    <dgm:cxn modelId="{4C849A05-B06C-234B-888D-02B770104440}" type="presParOf" srcId="{8BE95019-287B-CF48-9178-D7E165331739}" destId="{B672973C-0ADE-0C4E-BECE-CD4AB47DDE6D}" srcOrd="6" destOrd="0" presId="urn:microsoft.com/office/officeart/2005/8/layout/vProcess5"/>
    <dgm:cxn modelId="{93ED87DD-AADA-A14A-89B5-47FB977B5693}" type="presParOf" srcId="{8BE95019-287B-CF48-9178-D7E165331739}" destId="{964710C0-1DCE-2F45-84B7-F41EB8A45005}" srcOrd="7" destOrd="0" presId="urn:microsoft.com/office/officeart/2005/8/layout/vProcess5"/>
    <dgm:cxn modelId="{ABC7ADB3-AA6B-7E45-B31F-F8BE973C014F}" type="presParOf" srcId="{8BE95019-287B-CF48-9178-D7E165331739}" destId="{B03AFAE1-EFE4-614B-91B1-A021769C8B46}" srcOrd="8" destOrd="0" presId="urn:microsoft.com/office/officeart/2005/8/layout/vProcess5"/>
    <dgm:cxn modelId="{AC872BA3-A3A7-E547-A943-059FBFD69D91}" type="presParOf" srcId="{8BE95019-287B-CF48-9178-D7E165331739}" destId="{ADB6523F-A76F-7F48-AB13-1D07492EA0FB}" srcOrd="9" destOrd="0" presId="urn:microsoft.com/office/officeart/2005/8/layout/vProcess5"/>
    <dgm:cxn modelId="{1B9B6248-E575-F34F-8F8F-88C5B8452E1E}" type="presParOf" srcId="{8BE95019-287B-CF48-9178-D7E165331739}" destId="{D1F44D99-DF5D-C940-AADF-E9C4145BCD76}" srcOrd="10" destOrd="0" presId="urn:microsoft.com/office/officeart/2005/8/layout/vProcess5"/>
    <dgm:cxn modelId="{B7DDD892-A19E-3941-9C6A-3D84480103BE}" type="presParOf" srcId="{8BE95019-287B-CF48-9178-D7E165331739}" destId="{BF64298D-3665-5F42-926E-BC935473FA2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4DFEAF-B25B-4B20-A7F6-9E9E0231092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8ED0734-30DB-4960-85FA-DAE6ED50B7F7}">
      <dgm:prSet/>
      <dgm:spPr/>
      <dgm:t>
        <a:bodyPr/>
        <a:lstStyle/>
        <a:p>
          <a:r>
            <a:rPr lang="en-GB"/>
            <a:t>The system was designed with a layered architecture in mind.</a:t>
          </a:r>
          <a:endParaRPr lang="en-US"/>
        </a:p>
      </dgm:t>
    </dgm:pt>
    <dgm:pt modelId="{066706AD-FAB1-4DB2-9AAE-DDEC861A4E1C}" type="parTrans" cxnId="{56EC9B9F-BCA6-4965-A668-78A7694A5DA2}">
      <dgm:prSet/>
      <dgm:spPr/>
      <dgm:t>
        <a:bodyPr/>
        <a:lstStyle/>
        <a:p>
          <a:endParaRPr lang="en-US"/>
        </a:p>
      </dgm:t>
    </dgm:pt>
    <dgm:pt modelId="{6A9211A7-DAFB-435F-B56E-67CA12168132}" type="sibTrans" cxnId="{56EC9B9F-BCA6-4965-A668-78A7694A5DA2}">
      <dgm:prSet/>
      <dgm:spPr/>
      <dgm:t>
        <a:bodyPr/>
        <a:lstStyle/>
        <a:p>
          <a:endParaRPr lang="en-US"/>
        </a:p>
      </dgm:t>
    </dgm:pt>
    <dgm:pt modelId="{2B13BFF1-AE18-4515-B925-709888E8B710}">
      <dgm:prSet/>
      <dgm:spPr/>
      <dgm:t>
        <a:bodyPr/>
        <a:lstStyle/>
        <a:p>
          <a:r>
            <a:rPr lang="en-GB"/>
            <a:t>The database layer stores patient data and data obtained from sensors.</a:t>
          </a:r>
          <a:endParaRPr lang="en-US"/>
        </a:p>
      </dgm:t>
    </dgm:pt>
    <dgm:pt modelId="{EAA6379E-C7BD-4E04-A63F-111A97881B83}" type="parTrans" cxnId="{EFB909E1-9965-4D33-BC3B-15055D86AAEF}">
      <dgm:prSet/>
      <dgm:spPr/>
      <dgm:t>
        <a:bodyPr/>
        <a:lstStyle/>
        <a:p>
          <a:endParaRPr lang="en-US"/>
        </a:p>
      </dgm:t>
    </dgm:pt>
    <dgm:pt modelId="{B5D4B0B6-21B7-4CEA-9DFB-8C0F19BEECAA}" type="sibTrans" cxnId="{EFB909E1-9965-4D33-BC3B-15055D86AAEF}">
      <dgm:prSet/>
      <dgm:spPr/>
      <dgm:t>
        <a:bodyPr/>
        <a:lstStyle/>
        <a:p>
          <a:endParaRPr lang="en-US"/>
        </a:p>
      </dgm:t>
    </dgm:pt>
    <dgm:pt modelId="{04D8354F-9578-4022-A686-F8EC3C7FD8B0}">
      <dgm:prSet/>
      <dgm:spPr/>
      <dgm:t>
        <a:bodyPr/>
        <a:lstStyle/>
        <a:p>
          <a:r>
            <a:rPr lang="en-GB"/>
            <a:t>At the data processing layer, real-time data is analyzed and the risk level is calculated based on predetermined values.</a:t>
          </a:r>
          <a:endParaRPr lang="en-US"/>
        </a:p>
      </dgm:t>
    </dgm:pt>
    <dgm:pt modelId="{2FD7BB7A-DE20-498B-B8DE-0C7738120C20}" type="parTrans" cxnId="{DEBD7DE0-BAD4-4C05-9CA3-0A9D0F3C2191}">
      <dgm:prSet/>
      <dgm:spPr/>
      <dgm:t>
        <a:bodyPr/>
        <a:lstStyle/>
        <a:p>
          <a:endParaRPr lang="en-US"/>
        </a:p>
      </dgm:t>
    </dgm:pt>
    <dgm:pt modelId="{F47BBA82-FFBA-4E62-86B8-38C433E4D6F1}" type="sibTrans" cxnId="{DEBD7DE0-BAD4-4C05-9CA3-0A9D0F3C2191}">
      <dgm:prSet/>
      <dgm:spPr/>
      <dgm:t>
        <a:bodyPr/>
        <a:lstStyle/>
        <a:p>
          <a:endParaRPr lang="en-US"/>
        </a:p>
      </dgm:t>
    </dgm:pt>
    <dgm:pt modelId="{19842F54-F385-4452-AA57-9A27B569B0AC}">
      <dgm:prSet/>
      <dgm:spPr/>
      <dgm:t>
        <a:bodyPr/>
        <a:lstStyle/>
        <a:p>
          <a:r>
            <a:rPr lang="en-GB"/>
            <a:t>The results obtained at the interface layer are presented to the user in an instantly understandable way.</a:t>
          </a:r>
          <a:endParaRPr lang="en-US"/>
        </a:p>
      </dgm:t>
    </dgm:pt>
    <dgm:pt modelId="{A38F96DC-DAA2-4FEC-BDB3-AF8A87FD0466}" type="parTrans" cxnId="{1C14FABF-BC90-4B74-A4BC-CFF9228B583F}">
      <dgm:prSet/>
      <dgm:spPr/>
      <dgm:t>
        <a:bodyPr/>
        <a:lstStyle/>
        <a:p>
          <a:endParaRPr lang="en-US"/>
        </a:p>
      </dgm:t>
    </dgm:pt>
    <dgm:pt modelId="{8B50AEB0-6B0A-44C9-A74E-8BF497C70BAC}" type="sibTrans" cxnId="{1C14FABF-BC90-4B74-A4BC-CFF9228B583F}">
      <dgm:prSet/>
      <dgm:spPr/>
      <dgm:t>
        <a:bodyPr/>
        <a:lstStyle/>
        <a:p>
          <a:endParaRPr lang="en-US"/>
        </a:p>
      </dgm:t>
    </dgm:pt>
    <dgm:pt modelId="{B02D1C75-1063-804E-B184-87BC412C2B6C}" type="pres">
      <dgm:prSet presAssocID="{F64DFEAF-B25B-4B20-A7F6-9E9E0231092E}" presName="matrix" presStyleCnt="0">
        <dgm:presLayoutVars>
          <dgm:chMax val="1"/>
          <dgm:dir/>
          <dgm:resizeHandles val="exact"/>
        </dgm:presLayoutVars>
      </dgm:prSet>
      <dgm:spPr/>
    </dgm:pt>
    <dgm:pt modelId="{89A127D8-DBB3-664A-B06E-2FF810158D18}" type="pres">
      <dgm:prSet presAssocID="{F64DFEAF-B25B-4B20-A7F6-9E9E0231092E}" presName="diamond" presStyleLbl="bgShp" presStyleIdx="0" presStyleCnt="1"/>
      <dgm:spPr/>
    </dgm:pt>
    <dgm:pt modelId="{86EA1C4B-91C9-544C-A96F-3C6644B1DA98}" type="pres">
      <dgm:prSet presAssocID="{F64DFEAF-B25B-4B20-A7F6-9E9E0231092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9DE991-2F75-9943-833D-EF86995E33A6}" type="pres">
      <dgm:prSet presAssocID="{F64DFEAF-B25B-4B20-A7F6-9E9E0231092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59929A3-0869-364B-8DDE-BEC924C7FC94}" type="pres">
      <dgm:prSet presAssocID="{F64DFEAF-B25B-4B20-A7F6-9E9E0231092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49688BC-FA1C-1046-B35B-BB41F193F3CB}" type="pres">
      <dgm:prSet presAssocID="{F64DFEAF-B25B-4B20-A7F6-9E9E0231092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A47D175-CAD9-9843-9217-369F155A8F3D}" type="presOf" srcId="{19842F54-F385-4452-AA57-9A27B569B0AC}" destId="{849688BC-FA1C-1046-B35B-BB41F193F3CB}" srcOrd="0" destOrd="0" presId="urn:microsoft.com/office/officeart/2005/8/layout/matrix3"/>
    <dgm:cxn modelId="{C7BD5479-AFCC-9842-BE04-DF28A6AC79A5}" type="presOf" srcId="{F64DFEAF-B25B-4B20-A7F6-9E9E0231092E}" destId="{B02D1C75-1063-804E-B184-87BC412C2B6C}" srcOrd="0" destOrd="0" presId="urn:microsoft.com/office/officeart/2005/8/layout/matrix3"/>
    <dgm:cxn modelId="{56EC9B9F-BCA6-4965-A668-78A7694A5DA2}" srcId="{F64DFEAF-B25B-4B20-A7F6-9E9E0231092E}" destId="{48ED0734-30DB-4960-85FA-DAE6ED50B7F7}" srcOrd="0" destOrd="0" parTransId="{066706AD-FAB1-4DB2-9AAE-DDEC861A4E1C}" sibTransId="{6A9211A7-DAFB-435F-B56E-67CA12168132}"/>
    <dgm:cxn modelId="{724C2CAB-EA25-164E-9AF4-42E254A68250}" type="presOf" srcId="{48ED0734-30DB-4960-85FA-DAE6ED50B7F7}" destId="{86EA1C4B-91C9-544C-A96F-3C6644B1DA98}" srcOrd="0" destOrd="0" presId="urn:microsoft.com/office/officeart/2005/8/layout/matrix3"/>
    <dgm:cxn modelId="{1C14FABF-BC90-4B74-A4BC-CFF9228B583F}" srcId="{F64DFEAF-B25B-4B20-A7F6-9E9E0231092E}" destId="{19842F54-F385-4452-AA57-9A27B569B0AC}" srcOrd="3" destOrd="0" parTransId="{A38F96DC-DAA2-4FEC-BDB3-AF8A87FD0466}" sibTransId="{8B50AEB0-6B0A-44C9-A74E-8BF497C70BAC}"/>
    <dgm:cxn modelId="{432666DF-D3E9-E545-987B-D3D0ED93D0AA}" type="presOf" srcId="{04D8354F-9578-4022-A686-F8EC3C7FD8B0}" destId="{059929A3-0869-364B-8DDE-BEC924C7FC94}" srcOrd="0" destOrd="0" presId="urn:microsoft.com/office/officeart/2005/8/layout/matrix3"/>
    <dgm:cxn modelId="{DEBD7DE0-BAD4-4C05-9CA3-0A9D0F3C2191}" srcId="{F64DFEAF-B25B-4B20-A7F6-9E9E0231092E}" destId="{04D8354F-9578-4022-A686-F8EC3C7FD8B0}" srcOrd="2" destOrd="0" parTransId="{2FD7BB7A-DE20-498B-B8DE-0C7738120C20}" sibTransId="{F47BBA82-FFBA-4E62-86B8-38C433E4D6F1}"/>
    <dgm:cxn modelId="{EFB909E1-9965-4D33-BC3B-15055D86AAEF}" srcId="{F64DFEAF-B25B-4B20-A7F6-9E9E0231092E}" destId="{2B13BFF1-AE18-4515-B925-709888E8B710}" srcOrd="1" destOrd="0" parTransId="{EAA6379E-C7BD-4E04-A63F-111A97881B83}" sibTransId="{B5D4B0B6-21B7-4CEA-9DFB-8C0F19BEECAA}"/>
    <dgm:cxn modelId="{83FAFCF8-89BA-454B-ACBF-F70A550F36F3}" type="presOf" srcId="{2B13BFF1-AE18-4515-B925-709888E8B710}" destId="{E79DE991-2F75-9943-833D-EF86995E33A6}" srcOrd="0" destOrd="0" presId="urn:microsoft.com/office/officeart/2005/8/layout/matrix3"/>
    <dgm:cxn modelId="{9AC95431-FE37-544F-BB43-C0F6A5432BFF}" type="presParOf" srcId="{B02D1C75-1063-804E-B184-87BC412C2B6C}" destId="{89A127D8-DBB3-664A-B06E-2FF810158D18}" srcOrd="0" destOrd="0" presId="urn:microsoft.com/office/officeart/2005/8/layout/matrix3"/>
    <dgm:cxn modelId="{C5712224-EB85-EA4C-B82D-98C6F53743EC}" type="presParOf" srcId="{B02D1C75-1063-804E-B184-87BC412C2B6C}" destId="{86EA1C4B-91C9-544C-A96F-3C6644B1DA98}" srcOrd="1" destOrd="0" presId="urn:microsoft.com/office/officeart/2005/8/layout/matrix3"/>
    <dgm:cxn modelId="{CF3EB483-D419-4A47-945C-A9A692718CFB}" type="presParOf" srcId="{B02D1C75-1063-804E-B184-87BC412C2B6C}" destId="{E79DE991-2F75-9943-833D-EF86995E33A6}" srcOrd="2" destOrd="0" presId="urn:microsoft.com/office/officeart/2005/8/layout/matrix3"/>
    <dgm:cxn modelId="{9D043043-BDB9-8341-95DE-84A37E3C8D63}" type="presParOf" srcId="{B02D1C75-1063-804E-B184-87BC412C2B6C}" destId="{059929A3-0869-364B-8DDE-BEC924C7FC94}" srcOrd="3" destOrd="0" presId="urn:microsoft.com/office/officeart/2005/8/layout/matrix3"/>
    <dgm:cxn modelId="{9BB74B41-D4E1-6E4E-BEBD-83F3FFCD8B10}" type="presParOf" srcId="{B02D1C75-1063-804E-B184-87BC412C2B6C}" destId="{849688BC-FA1C-1046-B35B-BB41F193F3C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D15932-0E3E-40B0-ADAF-871039DC841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F5BD26-B3C8-4026-A12F-058B40BAE36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Patient data is collected in real-time and recorded in the database.</a:t>
          </a:r>
          <a:endParaRPr lang="en-US"/>
        </a:p>
      </dgm:t>
    </dgm:pt>
    <dgm:pt modelId="{86FB0CAE-6F41-4382-B332-18768FC7C2E4}" type="parTrans" cxnId="{6785064B-325A-44C8-9642-840F15BE6407}">
      <dgm:prSet/>
      <dgm:spPr/>
      <dgm:t>
        <a:bodyPr/>
        <a:lstStyle/>
        <a:p>
          <a:endParaRPr lang="en-US"/>
        </a:p>
      </dgm:t>
    </dgm:pt>
    <dgm:pt modelId="{F11495A6-A785-4813-A050-D963AD893C96}" type="sibTrans" cxnId="{6785064B-325A-44C8-9642-840F15BE6407}">
      <dgm:prSet/>
      <dgm:spPr/>
      <dgm:t>
        <a:bodyPr/>
        <a:lstStyle/>
        <a:p>
          <a:endParaRPr lang="en-US"/>
        </a:p>
      </dgm:t>
    </dgm:pt>
    <dgm:pt modelId="{AAF3CD69-C962-4C76-9F78-EF41A2BE991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periodically retrieves and processes the recorded data.</a:t>
          </a:r>
          <a:endParaRPr lang="en-US"/>
        </a:p>
      </dgm:t>
    </dgm:pt>
    <dgm:pt modelId="{F182E581-A587-45CE-95F5-E2F552EDD626}" type="parTrans" cxnId="{DA2FE6EC-F3A6-425E-B81C-1D321BE42E03}">
      <dgm:prSet/>
      <dgm:spPr/>
      <dgm:t>
        <a:bodyPr/>
        <a:lstStyle/>
        <a:p>
          <a:endParaRPr lang="en-US"/>
        </a:p>
      </dgm:t>
    </dgm:pt>
    <dgm:pt modelId="{24BEC543-0ED3-4602-934D-7956D079F328}" type="sibTrans" cxnId="{DA2FE6EC-F3A6-425E-B81C-1D321BE42E03}">
      <dgm:prSet/>
      <dgm:spPr/>
      <dgm:t>
        <a:bodyPr/>
        <a:lstStyle/>
        <a:p>
          <a:endParaRPr lang="en-US"/>
        </a:p>
      </dgm:t>
    </dgm:pt>
    <dgm:pt modelId="{DE9FC99B-6734-4272-BA21-A3260041C30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The risk level is calculated according to established rules.</a:t>
          </a:r>
          <a:endParaRPr lang="en-US"/>
        </a:p>
      </dgm:t>
    </dgm:pt>
    <dgm:pt modelId="{BF4C2DC1-71E6-489F-8956-1D9E37CE5C7D}" type="parTrans" cxnId="{9CD5F90C-703A-412A-98A3-143E8D77BE5E}">
      <dgm:prSet/>
      <dgm:spPr/>
      <dgm:t>
        <a:bodyPr/>
        <a:lstStyle/>
        <a:p>
          <a:endParaRPr lang="en-US"/>
        </a:p>
      </dgm:t>
    </dgm:pt>
    <dgm:pt modelId="{66B7D606-9A5D-47E9-A8F9-47C2360BDB30}" type="sibTrans" cxnId="{9CD5F90C-703A-412A-98A3-143E8D77BE5E}">
      <dgm:prSet/>
      <dgm:spPr/>
      <dgm:t>
        <a:bodyPr/>
        <a:lstStyle/>
        <a:p>
          <a:endParaRPr lang="en-US"/>
        </a:p>
      </dgm:t>
    </dgm:pt>
    <dgm:pt modelId="{00C23601-AC53-426C-ADDA-366CEC92B57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results are displayed to the user in the user interface. Status information is also supported with some color coding.</a:t>
          </a:r>
          <a:endParaRPr lang="en-US"/>
        </a:p>
      </dgm:t>
    </dgm:pt>
    <dgm:pt modelId="{82650A86-0145-487F-9EED-8B50B6EE6838}" type="parTrans" cxnId="{ABCD0AC7-8500-454A-A450-728AF311055A}">
      <dgm:prSet/>
      <dgm:spPr/>
      <dgm:t>
        <a:bodyPr/>
        <a:lstStyle/>
        <a:p>
          <a:endParaRPr lang="en-US"/>
        </a:p>
      </dgm:t>
    </dgm:pt>
    <dgm:pt modelId="{AF7D9185-C752-42B0-BC14-49D1715585F3}" type="sibTrans" cxnId="{ABCD0AC7-8500-454A-A450-728AF311055A}">
      <dgm:prSet/>
      <dgm:spPr/>
      <dgm:t>
        <a:bodyPr/>
        <a:lstStyle/>
        <a:p>
          <a:endParaRPr lang="en-US"/>
        </a:p>
      </dgm:t>
    </dgm:pt>
    <dgm:pt modelId="{048EA435-C4DA-4982-90F4-665DAD9E3A88}" type="pres">
      <dgm:prSet presAssocID="{6BD15932-0E3E-40B0-ADAF-871039DC841C}" presName="root" presStyleCnt="0">
        <dgm:presLayoutVars>
          <dgm:dir/>
          <dgm:resizeHandles val="exact"/>
        </dgm:presLayoutVars>
      </dgm:prSet>
      <dgm:spPr/>
    </dgm:pt>
    <dgm:pt modelId="{AD7AAE81-D072-4AE6-9F93-004D3C1DBF7F}" type="pres">
      <dgm:prSet presAssocID="{3DF5BD26-B3C8-4026-A12F-058B40BAE367}" presName="compNode" presStyleCnt="0"/>
      <dgm:spPr/>
    </dgm:pt>
    <dgm:pt modelId="{4F73931F-EDE6-4B97-98D3-53E3685E28B4}" type="pres">
      <dgm:prSet presAssocID="{3DF5BD26-B3C8-4026-A12F-058B40BAE367}" presName="bgRect" presStyleLbl="bgShp" presStyleIdx="0" presStyleCnt="4"/>
      <dgm:spPr/>
    </dgm:pt>
    <dgm:pt modelId="{BF8F65B8-4F3A-474A-ADE4-6F086F17B53E}" type="pres">
      <dgm:prSet presAssocID="{3DF5BD26-B3C8-4026-A12F-058B40BAE3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A144CFFD-F197-4E94-9132-8A412EC771FA}" type="pres">
      <dgm:prSet presAssocID="{3DF5BD26-B3C8-4026-A12F-058B40BAE367}" presName="spaceRect" presStyleCnt="0"/>
      <dgm:spPr/>
    </dgm:pt>
    <dgm:pt modelId="{CA0FF091-9AD5-4F81-BFDD-7EAB774BD654}" type="pres">
      <dgm:prSet presAssocID="{3DF5BD26-B3C8-4026-A12F-058B40BAE367}" presName="parTx" presStyleLbl="revTx" presStyleIdx="0" presStyleCnt="4">
        <dgm:presLayoutVars>
          <dgm:chMax val="0"/>
          <dgm:chPref val="0"/>
        </dgm:presLayoutVars>
      </dgm:prSet>
      <dgm:spPr/>
    </dgm:pt>
    <dgm:pt modelId="{553CC2F0-6653-4A14-8DE8-2C8F65583C73}" type="pres">
      <dgm:prSet presAssocID="{F11495A6-A785-4813-A050-D963AD893C96}" presName="sibTrans" presStyleCnt="0"/>
      <dgm:spPr/>
    </dgm:pt>
    <dgm:pt modelId="{DBA87444-86FD-4E74-9646-FB0BCB71B984}" type="pres">
      <dgm:prSet presAssocID="{AAF3CD69-C962-4C76-9F78-EF41A2BE9912}" presName="compNode" presStyleCnt="0"/>
      <dgm:spPr/>
    </dgm:pt>
    <dgm:pt modelId="{17C8772D-7CB5-40BF-AA56-3344FBCE4EE6}" type="pres">
      <dgm:prSet presAssocID="{AAF3CD69-C962-4C76-9F78-EF41A2BE9912}" presName="bgRect" presStyleLbl="bgShp" presStyleIdx="1" presStyleCnt="4"/>
      <dgm:spPr/>
    </dgm:pt>
    <dgm:pt modelId="{06B56482-8DB3-456F-A6EE-7A35F6D43563}" type="pres">
      <dgm:prSet presAssocID="{AAF3CD69-C962-4C76-9F78-EF41A2BE99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ucu"/>
        </a:ext>
      </dgm:extLst>
    </dgm:pt>
    <dgm:pt modelId="{5E4AED7F-7640-4D71-A784-0E87F9E74053}" type="pres">
      <dgm:prSet presAssocID="{AAF3CD69-C962-4C76-9F78-EF41A2BE9912}" presName="spaceRect" presStyleCnt="0"/>
      <dgm:spPr/>
    </dgm:pt>
    <dgm:pt modelId="{6F39E4E7-B636-464A-BC22-1A9DD030DDA0}" type="pres">
      <dgm:prSet presAssocID="{AAF3CD69-C962-4C76-9F78-EF41A2BE9912}" presName="parTx" presStyleLbl="revTx" presStyleIdx="1" presStyleCnt="4">
        <dgm:presLayoutVars>
          <dgm:chMax val="0"/>
          <dgm:chPref val="0"/>
        </dgm:presLayoutVars>
      </dgm:prSet>
      <dgm:spPr/>
    </dgm:pt>
    <dgm:pt modelId="{25A6D220-EB39-4C80-A04F-1F2FC75B58A5}" type="pres">
      <dgm:prSet presAssocID="{24BEC543-0ED3-4602-934D-7956D079F328}" presName="sibTrans" presStyleCnt="0"/>
      <dgm:spPr/>
    </dgm:pt>
    <dgm:pt modelId="{AE69574C-7932-4488-B752-9D06DA3D4E1F}" type="pres">
      <dgm:prSet presAssocID="{DE9FC99B-6734-4272-BA21-A3260041C301}" presName="compNode" presStyleCnt="0"/>
      <dgm:spPr/>
    </dgm:pt>
    <dgm:pt modelId="{1FFF1AB6-66C4-486D-A040-532F550C1EB5}" type="pres">
      <dgm:prSet presAssocID="{DE9FC99B-6734-4272-BA21-A3260041C301}" presName="bgRect" presStyleLbl="bgShp" presStyleIdx="2" presStyleCnt="4"/>
      <dgm:spPr/>
    </dgm:pt>
    <dgm:pt modelId="{DF5A2323-7366-4FD6-BA2A-76FC9BB77403}" type="pres">
      <dgm:prSet presAssocID="{DE9FC99B-6734-4272-BA21-A3260041C30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sap makinesi"/>
        </a:ext>
      </dgm:extLst>
    </dgm:pt>
    <dgm:pt modelId="{4A4DFE29-023B-49C2-BA77-705B5E94A720}" type="pres">
      <dgm:prSet presAssocID="{DE9FC99B-6734-4272-BA21-A3260041C301}" presName="spaceRect" presStyleCnt="0"/>
      <dgm:spPr/>
    </dgm:pt>
    <dgm:pt modelId="{E630167B-CAB8-4572-A756-2343C5F9EEDB}" type="pres">
      <dgm:prSet presAssocID="{DE9FC99B-6734-4272-BA21-A3260041C301}" presName="parTx" presStyleLbl="revTx" presStyleIdx="2" presStyleCnt="4">
        <dgm:presLayoutVars>
          <dgm:chMax val="0"/>
          <dgm:chPref val="0"/>
        </dgm:presLayoutVars>
      </dgm:prSet>
      <dgm:spPr/>
    </dgm:pt>
    <dgm:pt modelId="{4F6F5107-2191-4422-8B51-18027B42F037}" type="pres">
      <dgm:prSet presAssocID="{66B7D606-9A5D-47E9-A8F9-47C2360BDB30}" presName="sibTrans" presStyleCnt="0"/>
      <dgm:spPr/>
    </dgm:pt>
    <dgm:pt modelId="{78340E5D-E14B-44B0-B163-76DA04816B11}" type="pres">
      <dgm:prSet presAssocID="{00C23601-AC53-426C-ADDA-366CEC92B572}" presName="compNode" presStyleCnt="0"/>
      <dgm:spPr/>
    </dgm:pt>
    <dgm:pt modelId="{0D912D98-46C1-4EE1-8F38-E65FBE94EC37}" type="pres">
      <dgm:prSet presAssocID="{00C23601-AC53-426C-ADDA-366CEC92B572}" presName="bgRect" presStyleLbl="bgShp" presStyleIdx="3" presStyleCnt="4"/>
      <dgm:spPr/>
    </dgm:pt>
    <dgm:pt modelId="{9DC917CE-5F20-4933-85C7-F8B41D745C0D}" type="pres">
      <dgm:prSet presAssocID="{00C23601-AC53-426C-ADDA-366CEC92B5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ECE6CEC-19E5-4F53-BCC6-B62F71D8F782}" type="pres">
      <dgm:prSet presAssocID="{00C23601-AC53-426C-ADDA-366CEC92B572}" presName="spaceRect" presStyleCnt="0"/>
      <dgm:spPr/>
    </dgm:pt>
    <dgm:pt modelId="{3F797F3B-77AD-49DE-A8AC-45FB6F6FD9E7}" type="pres">
      <dgm:prSet presAssocID="{00C23601-AC53-426C-ADDA-366CEC92B5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0E25608-3F18-4B37-9396-E02DF1064CEC}" type="presOf" srcId="{DE9FC99B-6734-4272-BA21-A3260041C301}" destId="{E630167B-CAB8-4572-A756-2343C5F9EEDB}" srcOrd="0" destOrd="0" presId="urn:microsoft.com/office/officeart/2018/2/layout/IconVerticalSolidList"/>
    <dgm:cxn modelId="{9CD5F90C-703A-412A-98A3-143E8D77BE5E}" srcId="{6BD15932-0E3E-40B0-ADAF-871039DC841C}" destId="{DE9FC99B-6734-4272-BA21-A3260041C301}" srcOrd="2" destOrd="0" parTransId="{BF4C2DC1-71E6-489F-8956-1D9E37CE5C7D}" sibTransId="{66B7D606-9A5D-47E9-A8F9-47C2360BDB30}"/>
    <dgm:cxn modelId="{E8032440-1F3D-4D8E-9281-755DC9194BDA}" type="presOf" srcId="{00C23601-AC53-426C-ADDA-366CEC92B572}" destId="{3F797F3B-77AD-49DE-A8AC-45FB6F6FD9E7}" srcOrd="0" destOrd="0" presId="urn:microsoft.com/office/officeart/2018/2/layout/IconVerticalSolidList"/>
    <dgm:cxn modelId="{6785064B-325A-44C8-9642-840F15BE6407}" srcId="{6BD15932-0E3E-40B0-ADAF-871039DC841C}" destId="{3DF5BD26-B3C8-4026-A12F-058B40BAE367}" srcOrd="0" destOrd="0" parTransId="{86FB0CAE-6F41-4382-B332-18768FC7C2E4}" sibTransId="{F11495A6-A785-4813-A050-D963AD893C96}"/>
    <dgm:cxn modelId="{1D7FD4B5-AAF3-44C3-B1EF-224ECDBF9BC4}" type="presOf" srcId="{6BD15932-0E3E-40B0-ADAF-871039DC841C}" destId="{048EA435-C4DA-4982-90F4-665DAD9E3A88}" srcOrd="0" destOrd="0" presId="urn:microsoft.com/office/officeart/2018/2/layout/IconVerticalSolidList"/>
    <dgm:cxn modelId="{ABCD0AC7-8500-454A-A450-728AF311055A}" srcId="{6BD15932-0E3E-40B0-ADAF-871039DC841C}" destId="{00C23601-AC53-426C-ADDA-366CEC92B572}" srcOrd="3" destOrd="0" parTransId="{82650A86-0145-487F-9EED-8B50B6EE6838}" sibTransId="{AF7D9185-C752-42B0-BC14-49D1715585F3}"/>
    <dgm:cxn modelId="{9E61C3E6-A2C1-45A3-BEF5-1F1F6564566C}" type="presOf" srcId="{AAF3CD69-C962-4C76-9F78-EF41A2BE9912}" destId="{6F39E4E7-B636-464A-BC22-1A9DD030DDA0}" srcOrd="0" destOrd="0" presId="urn:microsoft.com/office/officeart/2018/2/layout/IconVerticalSolidList"/>
    <dgm:cxn modelId="{D62ADEE9-8D51-4B7F-87DB-1A08D778E02D}" type="presOf" srcId="{3DF5BD26-B3C8-4026-A12F-058B40BAE367}" destId="{CA0FF091-9AD5-4F81-BFDD-7EAB774BD654}" srcOrd="0" destOrd="0" presId="urn:microsoft.com/office/officeart/2018/2/layout/IconVerticalSolidList"/>
    <dgm:cxn modelId="{DA2FE6EC-F3A6-425E-B81C-1D321BE42E03}" srcId="{6BD15932-0E3E-40B0-ADAF-871039DC841C}" destId="{AAF3CD69-C962-4C76-9F78-EF41A2BE9912}" srcOrd="1" destOrd="0" parTransId="{F182E581-A587-45CE-95F5-E2F552EDD626}" sibTransId="{24BEC543-0ED3-4602-934D-7956D079F328}"/>
    <dgm:cxn modelId="{7AD332A9-2439-4C0C-8AA9-D173AC957194}" type="presParOf" srcId="{048EA435-C4DA-4982-90F4-665DAD9E3A88}" destId="{AD7AAE81-D072-4AE6-9F93-004D3C1DBF7F}" srcOrd="0" destOrd="0" presId="urn:microsoft.com/office/officeart/2018/2/layout/IconVerticalSolidList"/>
    <dgm:cxn modelId="{DE68602F-82FE-4415-ADA6-465E5ED645CF}" type="presParOf" srcId="{AD7AAE81-D072-4AE6-9F93-004D3C1DBF7F}" destId="{4F73931F-EDE6-4B97-98D3-53E3685E28B4}" srcOrd="0" destOrd="0" presId="urn:microsoft.com/office/officeart/2018/2/layout/IconVerticalSolidList"/>
    <dgm:cxn modelId="{54A10F85-C80E-454C-93AC-168542588916}" type="presParOf" srcId="{AD7AAE81-D072-4AE6-9F93-004D3C1DBF7F}" destId="{BF8F65B8-4F3A-474A-ADE4-6F086F17B53E}" srcOrd="1" destOrd="0" presId="urn:microsoft.com/office/officeart/2018/2/layout/IconVerticalSolidList"/>
    <dgm:cxn modelId="{E6B6FBE4-6508-4A48-BAD7-C68EAC131069}" type="presParOf" srcId="{AD7AAE81-D072-4AE6-9F93-004D3C1DBF7F}" destId="{A144CFFD-F197-4E94-9132-8A412EC771FA}" srcOrd="2" destOrd="0" presId="urn:microsoft.com/office/officeart/2018/2/layout/IconVerticalSolidList"/>
    <dgm:cxn modelId="{32004E00-7216-4265-B123-EE8668C841EE}" type="presParOf" srcId="{AD7AAE81-D072-4AE6-9F93-004D3C1DBF7F}" destId="{CA0FF091-9AD5-4F81-BFDD-7EAB774BD654}" srcOrd="3" destOrd="0" presId="urn:microsoft.com/office/officeart/2018/2/layout/IconVerticalSolidList"/>
    <dgm:cxn modelId="{694E3A13-BE2E-440F-8E9B-0BB721A0DC02}" type="presParOf" srcId="{048EA435-C4DA-4982-90F4-665DAD9E3A88}" destId="{553CC2F0-6653-4A14-8DE8-2C8F65583C73}" srcOrd="1" destOrd="0" presId="urn:microsoft.com/office/officeart/2018/2/layout/IconVerticalSolidList"/>
    <dgm:cxn modelId="{304A4963-F4E1-402B-A0DC-D0C7A41BE2E9}" type="presParOf" srcId="{048EA435-C4DA-4982-90F4-665DAD9E3A88}" destId="{DBA87444-86FD-4E74-9646-FB0BCB71B984}" srcOrd="2" destOrd="0" presId="urn:microsoft.com/office/officeart/2018/2/layout/IconVerticalSolidList"/>
    <dgm:cxn modelId="{4556ACC9-1ACB-4F8E-B74B-7FD684DB90D7}" type="presParOf" srcId="{DBA87444-86FD-4E74-9646-FB0BCB71B984}" destId="{17C8772D-7CB5-40BF-AA56-3344FBCE4EE6}" srcOrd="0" destOrd="0" presId="urn:microsoft.com/office/officeart/2018/2/layout/IconVerticalSolidList"/>
    <dgm:cxn modelId="{EE4EC481-237E-42ED-8D9A-25F84491A9EB}" type="presParOf" srcId="{DBA87444-86FD-4E74-9646-FB0BCB71B984}" destId="{06B56482-8DB3-456F-A6EE-7A35F6D43563}" srcOrd="1" destOrd="0" presId="urn:microsoft.com/office/officeart/2018/2/layout/IconVerticalSolidList"/>
    <dgm:cxn modelId="{D0D64429-B35D-4E9D-AEB6-B7684757F782}" type="presParOf" srcId="{DBA87444-86FD-4E74-9646-FB0BCB71B984}" destId="{5E4AED7F-7640-4D71-A784-0E87F9E74053}" srcOrd="2" destOrd="0" presId="urn:microsoft.com/office/officeart/2018/2/layout/IconVerticalSolidList"/>
    <dgm:cxn modelId="{BA3EFF98-9730-46CA-BA8C-B9AAE73D20FE}" type="presParOf" srcId="{DBA87444-86FD-4E74-9646-FB0BCB71B984}" destId="{6F39E4E7-B636-464A-BC22-1A9DD030DDA0}" srcOrd="3" destOrd="0" presId="urn:microsoft.com/office/officeart/2018/2/layout/IconVerticalSolidList"/>
    <dgm:cxn modelId="{262BE3AE-568D-4C8A-85FA-37533DF01CEE}" type="presParOf" srcId="{048EA435-C4DA-4982-90F4-665DAD9E3A88}" destId="{25A6D220-EB39-4C80-A04F-1F2FC75B58A5}" srcOrd="3" destOrd="0" presId="urn:microsoft.com/office/officeart/2018/2/layout/IconVerticalSolidList"/>
    <dgm:cxn modelId="{21EFAC92-26C5-4864-8E1E-15E868F0DF97}" type="presParOf" srcId="{048EA435-C4DA-4982-90F4-665DAD9E3A88}" destId="{AE69574C-7932-4488-B752-9D06DA3D4E1F}" srcOrd="4" destOrd="0" presId="urn:microsoft.com/office/officeart/2018/2/layout/IconVerticalSolidList"/>
    <dgm:cxn modelId="{F9C98A28-2D63-4618-B3BC-4806162C7805}" type="presParOf" srcId="{AE69574C-7932-4488-B752-9D06DA3D4E1F}" destId="{1FFF1AB6-66C4-486D-A040-532F550C1EB5}" srcOrd="0" destOrd="0" presId="urn:microsoft.com/office/officeart/2018/2/layout/IconVerticalSolidList"/>
    <dgm:cxn modelId="{E9AB279A-A91D-473D-B060-3C0A9F7A8CF3}" type="presParOf" srcId="{AE69574C-7932-4488-B752-9D06DA3D4E1F}" destId="{DF5A2323-7366-4FD6-BA2A-76FC9BB77403}" srcOrd="1" destOrd="0" presId="urn:microsoft.com/office/officeart/2018/2/layout/IconVerticalSolidList"/>
    <dgm:cxn modelId="{D78ABDC4-471E-41D3-8530-040DDAABA36C}" type="presParOf" srcId="{AE69574C-7932-4488-B752-9D06DA3D4E1F}" destId="{4A4DFE29-023B-49C2-BA77-705B5E94A720}" srcOrd="2" destOrd="0" presId="urn:microsoft.com/office/officeart/2018/2/layout/IconVerticalSolidList"/>
    <dgm:cxn modelId="{7B73EE49-6714-4611-A796-F0AFF3A9A720}" type="presParOf" srcId="{AE69574C-7932-4488-B752-9D06DA3D4E1F}" destId="{E630167B-CAB8-4572-A756-2343C5F9EEDB}" srcOrd="3" destOrd="0" presId="urn:microsoft.com/office/officeart/2018/2/layout/IconVerticalSolidList"/>
    <dgm:cxn modelId="{699BBDA4-2D72-4226-8B0C-816C04B5886B}" type="presParOf" srcId="{048EA435-C4DA-4982-90F4-665DAD9E3A88}" destId="{4F6F5107-2191-4422-8B51-18027B42F037}" srcOrd="5" destOrd="0" presId="urn:microsoft.com/office/officeart/2018/2/layout/IconVerticalSolidList"/>
    <dgm:cxn modelId="{88C1C49F-CD1E-48E1-AFAB-68BA4E5FF21B}" type="presParOf" srcId="{048EA435-C4DA-4982-90F4-665DAD9E3A88}" destId="{78340E5D-E14B-44B0-B163-76DA04816B11}" srcOrd="6" destOrd="0" presId="urn:microsoft.com/office/officeart/2018/2/layout/IconVerticalSolidList"/>
    <dgm:cxn modelId="{1855C1F3-4BAA-41C8-AAAF-C0751703A8CA}" type="presParOf" srcId="{78340E5D-E14B-44B0-B163-76DA04816B11}" destId="{0D912D98-46C1-4EE1-8F38-E65FBE94EC37}" srcOrd="0" destOrd="0" presId="urn:microsoft.com/office/officeart/2018/2/layout/IconVerticalSolidList"/>
    <dgm:cxn modelId="{97CEEC40-4BD5-435F-87D9-BCF85BD7E2E2}" type="presParOf" srcId="{78340E5D-E14B-44B0-B163-76DA04816B11}" destId="{9DC917CE-5F20-4933-85C7-F8B41D745C0D}" srcOrd="1" destOrd="0" presId="urn:microsoft.com/office/officeart/2018/2/layout/IconVerticalSolidList"/>
    <dgm:cxn modelId="{8DC32570-CE85-404B-A9E6-F7E39A3BF264}" type="presParOf" srcId="{78340E5D-E14B-44B0-B163-76DA04816B11}" destId="{9ECE6CEC-19E5-4F53-BCC6-B62F71D8F782}" srcOrd="2" destOrd="0" presId="urn:microsoft.com/office/officeart/2018/2/layout/IconVerticalSolidList"/>
    <dgm:cxn modelId="{041574CA-3599-4209-A6F3-521AC3983642}" type="presParOf" srcId="{78340E5D-E14B-44B0-B163-76DA04816B11}" destId="{3F797F3B-77AD-49DE-A8AC-45FB6F6FD9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F69307-85EE-43E7-A83E-1A81C6C925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10E69C-0076-4E3B-9EE9-14F3FD60C705}">
      <dgm:prSet/>
      <dgm:spPr/>
      <dgm:t>
        <a:bodyPr/>
        <a:lstStyle/>
        <a:p>
          <a:pPr>
            <a:defRPr cap="all"/>
          </a:pPr>
          <a:r>
            <a:rPr lang="en-GB"/>
            <a:t>The datasets contain information including the patient's personal details and vital signs.</a:t>
          </a:r>
          <a:endParaRPr lang="en-US"/>
        </a:p>
      </dgm:t>
    </dgm:pt>
    <dgm:pt modelId="{2D7DE1B6-014D-442C-866C-A54BA0115121}" type="parTrans" cxnId="{65EB5E0C-49C1-48C0-8989-571760B1A476}">
      <dgm:prSet/>
      <dgm:spPr/>
      <dgm:t>
        <a:bodyPr/>
        <a:lstStyle/>
        <a:p>
          <a:endParaRPr lang="en-US"/>
        </a:p>
      </dgm:t>
    </dgm:pt>
    <dgm:pt modelId="{7EA49949-553E-4E2A-A90F-4B2CD14746E9}" type="sibTrans" cxnId="{65EB5E0C-49C1-48C0-8989-571760B1A476}">
      <dgm:prSet/>
      <dgm:spPr/>
      <dgm:t>
        <a:bodyPr/>
        <a:lstStyle/>
        <a:p>
          <a:endParaRPr lang="en-US"/>
        </a:p>
      </dgm:t>
    </dgm:pt>
    <dgm:pt modelId="{465F4A9B-A961-473C-B77C-45862EC2F503}">
      <dgm:prSet/>
      <dgm:spPr/>
      <dgm:t>
        <a:bodyPr/>
        <a:lstStyle/>
        <a:p>
          <a:pPr>
            <a:defRPr cap="all"/>
          </a:pPr>
          <a:r>
            <a:rPr lang="en-GB"/>
            <a:t>The main parameters are pulse rate, saturation, temperature, and blood pressure.</a:t>
          </a:r>
          <a:endParaRPr lang="en-US"/>
        </a:p>
      </dgm:t>
    </dgm:pt>
    <dgm:pt modelId="{DFEDB6A0-B667-4E73-ACA8-72E0EDF95DFF}" type="parTrans" cxnId="{769CB1B4-AA3A-4941-B56F-8C634DA313A9}">
      <dgm:prSet/>
      <dgm:spPr/>
      <dgm:t>
        <a:bodyPr/>
        <a:lstStyle/>
        <a:p>
          <a:endParaRPr lang="en-US"/>
        </a:p>
      </dgm:t>
    </dgm:pt>
    <dgm:pt modelId="{FC5BA147-F51E-4EFA-AED6-767904CB1B23}" type="sibTrans" cxnId="{769CB1B4-AA3A-4941-B56F-8C634DA313A9}">
      <dgm:prSet/>
      <dgm:spPr/>
      <dgm:t>
        <a:bodyPr/>
        <a:lstStyle/>
        <a:p>
          <a:endParaRPr lang="en-US"/>
        </a:p>
      </dgm:t>
    </dgm:pt>
    <dgm:pt modelId="{A9BE655B-E84D-4A30-A5D1-F85E7BCE296C}">
      <dgm:prSet/>
      <dgm:spPr/>
      <dgm:t>
        <a:bodyPr/>
        <a:lstStyle/>
        <a:p>
          <a:pPr>
            <a:defRPr cap="all"/>
          </a:pPr>
          <a:r>
            <a:rPr lang="en-GB"/>
            <a:t>Patient records are related to time-based measurements.</a:t>
          </a:r>
          <a:endParaRPr lang="en-US"/>
        </a:p>
      </dgm:t>
    </dgm:pt>
    <dgm:pt modelId="{A3107D28-1EFC-4DC7-9918-E097404D9E7D}" type="parTrans" cxnId="{FC54CE6C-3808-4035-87BE-6E5E043C1D31}">
      <dgm:prSet/>
      <dgm:spPr/>
      <dgm:t>
        <a:bodyPr/>
        <a:lstStyle/>
        <a:p>
          <a:endParaRPr lang="en-US"/>
        </a:p>
      </dgm:t>
    </dgm:pt>
    <dgm:pt modelId="{166E4247-0F82-49EF-8E32-49A1269BCB1E}" type="sibTrans" cxnId="{FC54CE6C-3808-4035-87BE-6E5E043C1D31}">
      <dgm:prSet/>
      <dgm:spPr/>
      <dgm:t>
        <a:bodyPr/>
        <a:lstStyle/>
        <a:p>
          <a:endParaRPr lang="en-US"/>
        </a:p>
      </dgm:t>
    </dgm:pt>
    <dgm:pt modelId="{4D58285E-6AAC-4074-B0F0-6714103E0CBB}" type="pres">
      <dgm:prSet presAssocID="{BDF69307-85EE-43E7-A83E-1A81C6C92569}" presName="root" presStyleCnt="0">
        <dgm:presLayoutVars>
          <dgm:dir/>
          <dgm:resizeHandles val="exact"/>
        </dgm:presLayoutVars>
      </dgm:prSet>
      <dgm:spPr/>
    </dgm:pt>
    <dgm:pt modelId="{505B86E8-D61F-4BFE-B2AB-DE001DA1C518}" type="pres">
      <dgm:prSet presAssocID="{0410E69C-0076-4E3B-9EE9-14F3FD60C705}" presName="compNode" presStyleCnt="0"/>
      <dgm:spPr/>
    </dgm:pt>
    <dgm:pt modelId="{86347C08-8F8A-46B7-9F76-7C68D98EA25D}" type="pres">
      <dgm:prSet presAssocID="{0410E69C-0076-4E3B-9EE9-14F3FD60C705}" presName="iconBgRect" presStyleLbl="bgShp" presStyleIdx="0" presStyleCnt="3"/>
      <dgm:spPr/>
    </dgm:pt>
    <dgm:pt modelId="{0DA0ABA0-387C-42C4-AFEC-02D855023FC3}" type="pres">
      <dgm:prSet presAssocID="{0410E69C-0076-4E3B-9EE9-14F3FD60C7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D157693B-02AC-4649-ADAB-C02A8A9CBBBD}" type="pres">
      <dgm:prSet presAssocID="{0410E69C-0076-4E3B-9EE9-14F3FD60C705}" presName="spaceRect" presStyleCnt="0"/>
      <dgm:spPr/>
    </dgm:pt>
    <dgm:pt modelId="{E03B7DC5-6A78-4F22-AEDC-659AF29D145E}" type="pres">
      <dgm:prSet presAssocID="{0410E69C-0076-4E3B-9EE9-14F3FD60C705}" presName="textRect" presStyleLbl="revTx" presStyleIdx="0" presStyleCnt="3">
        <dgm:presLayoutVars>
          <dgm:chMax val="1"/>
          <dgm:chPref val="1"/>
        </dgm:presLayoutVars>
      </dgm:prSet>
      <dgm:spPr/>
    </dgm:pt>
    <dgm:pt modelId="{D702D54B-558E-40BD-ACE7-913D5BB7B6C9}" type="pres">
      <dgm:prSet presAssocID="{7EA49949-553E-4E2A-A90F-4B2CD14746E9}" presName="sibTrans" presStyleCnt="0"/>
      <dgm:spPr/>
    </dgm:pt>
    <dgm:pt modelId="{AC0EBEDA-750F-492F-9594-5A6ACE4722CC}" type="pres">
      <dgm:prSet presAssocID="{465F4A9B-A961-473C-B77C-45862EC2F503}" presName="compNode" presStyleCnt="0"/>
      <dgm:spPr/>
    </dgm:pt>
    <dgm:pt modelId="{482C7F06-8E6F-4FAF-88F2-C5B00AFF96FE}" type="pres">
      <dgm:prSet presAssocID="{465F4A9B-A961-473C-B77C-45862EC2F503}" presName="iconBgRect" presStyleLbl="bgShp" presStyleIdx="1" presStyleCnt="3"/>
      <dgm:spPr/>
    </dgm:pt>
    <dgm:pt modelId="{F08D0F5B-6D4B-4485-B1C6-BD6F5737871A}" type="pres">
      <dgm:prSet presAssocID="{465F4A9B-A961-473C-B77C-45862EC2F5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0E3F1859-658B-405C-9095-FFF83B5934BE}" type="pres">
      <dgm:prSet presAssocID="{465F4A9B-A961-473C-B77C-45862EC2F503}" presName="spaceRect" presStyleCnt="0"/>
      <dgm:spPr/>
    </dgm:pt>
    <dgm:pt modelId="{3D7663D0-E767-49B3-9E31-83615AF8E250}" type="pres">
      <dgm:prSet presAssocID="{465F4A9B-A961-473C-B77C-45862EC2F503}" presName="textRect" presStyleLbl="revTx" presStyleIdx="1" presStyleCnt="3">
        <dgm:presLayoutVars>
          <dgm:chMax val="1"/>
          <dgm:chPref val="1"/>
        </dgm:presLayoutVars>
      </dgm:prSet>
      <dgm:spPr/>
    </dgm:pt>
    <dgm:pt modelId="{277D2371-D2CC-4157-889F-711A5E3314AA}" type="pres">
      <dgm:prSet presAssocID="{FC5BA147-F51E-4EFA-AED6-767904CB1B23}" presName="sibTrans" presStyleCnt="0"/>
      <dgm:spPr/>
    </dgm:pt>
    <dgm:pt modelId="{75B01F5D-18B2-42C7-A328-E203B6FA2666}" type="pres">
      <dgm:prSet presAssocID="{A9BE655B-E84D-4A30-A5D1-F85E7BCE296C}" presName="compNode" presStyleCnt="0"/>
      <dgm:spPr/>
    </dgm:pt>
    <dgm:pt modelId="{D19BA5D4-FAA2-405C-A61B-722749C7181E}" type="pres">
      <dgm:prSet presAssocID="{A9BE655B-E84D-4A30-A5D1-F85E7BCE296C}" presName="iconBgRect" presStyleLbl="bgShp" presStyleIdx="2" presStyleCnt="3"/>
      <dgm:spPr/>
    </dgm:pt>
    <dgm:pt modelId="{B91BCB96-7E92-427F-9FD6-43DD88E23C5E}" type="pres">
      <dgm:prSet presAssocID="{A9BE655B-E84D-4A30-A5D1-F85E7BCE29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tvel"/>
        </a:ext>
      </dgm:extLst>
    </dgm:pt>
    <dgm:pt modelId="{3FFBE87B-FE59-4671-8BD4-8699ED7C6B06}" type="pres">
      <dgm:prSet presAssocID="{A9BE655B-E84D-4A30-A5D1-F85E7BCE296C}" presName="spaceRect" presStyleCnt="0"/>
      <dgm:spPr/>
    </dgm:pt>
    <dgm:pt modelId="{14BCDA2A-A563-4C88-BD28-21EB175361C8}" type="pres">
      <dgm:prSet presAssocID="{A9BE655B-E84D-4A30-A5D1-F85E7BCE29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EB5E0C-49C1-48C0-8989-571760B1A476}" srcId="{BDF69307-85EE-43E7-A83E-1A81C6C92569}" destId="{0410E69C-0076-4E3B-9EE9-14F3FD60C705}" srcOrd="0" destOrd="0" parTransId="{2D7DE1B6-014D-442C-866C-A54BA0115121}" sibTransId="{7EA49949-553E-4E2A-A90F-4B2CD14746E9}"/>
    <dgm:cxn modelId="{FC54CE6C-3808-4035-87BE-6E5E043C1D31}" srcId="{BDF69307-85EE-43E7-A83E-1A81C6C92569}" destId="{A9BE655B-E84D-4A30-A5D1-F85E7BCE296C}" srcOrd="2" destOrd="0" parTransId="{A3107D28-1EFC-4DC7-9918-E097404D9E7D}" sibTransId="{166E4247-0F82-49EF-8E32-49A1269BCB1E}"/>
    <dgm:cxn modelId="{76C48EA4-4A51-4BE6-A64D-200D5A3DE956}" type="presOf" srcId="{465F4A9B-A961-473C-B77C-45862EC2F503}" destId="{3D7663D0-E767-49B3-9E31-83615AF8E250}" srcOrd="0" destOrd="0" presId="urn:microsoft.com/office/officeart/2018/5/layout/IconCircleLabelList"/>
    <dgm:cxn modelId="{2661EBA5-A927-4EEB-99C0-A848AD3B3FDF}" type="presOf" srcId="{A9BE655B-E84D-4A30-A5D1-F85E7BCE296C}" destId="{14BCDA2A-A563-4C88-BD28-21EB175361C8}" srcOrd="0" destOrd="0" presId="urn:microsoft.com/office/officeart/2018/5/layout/IconCircleLabelList"/>
    <dgm:cxn modelId="{769CB1B4-AA3A-4941-B56F-8C634DA313A9}" srcId="{BDF69307-85EE-43E7-A83E-1A81C6C92569}" destId="{465F4A9B-A961-473C-B77C-45862EC2F503}" srcOrd="1" destOrd="0" parTransId="{DFEDB6A0-B667-4E73-ACA8-72E0EDF95DFF}" sibTransId="{FC5BA147-F51E-4EFA-AED6-767904CB1B23}"/>
    <dgm:cxn modelId="{9A2FD2BB-A728-4318-898C-DBD086F2603C}" type="presOf" srcId="{BDF69307-85EE-43E7-A83E-1A81C6C92569}" destId="{4D58285E-6AAC-4074-B0F0-6714103E0CBB}" srcOrd="0" destOrd="0" presId="urn:microsoft.com/office/officeart/2018/5/layout/IconCircleLabelList"/>
    <dgm:cxn modelId="{6DD668BF-748A-4D99-A6F4-AC54D8C6A467}" type="presOf" srcId="{0410E69C-0076-4E3B-9EE9-14F3FD60C705}" destId="{E03B7DC5-6A78-4F22-AEDC-659AF29D145E}" srcOrd="0" destOrd="0" presId="urn:microsoft.com/office/officeart/2018/5/layout/IconCircleLabelList"/>
    <dgm:cxn modelId="{EF313CB2-3A97-41BE-BD91-2E251D14FB87}" type="presParOf" srcId="{4D58285E-6AAC-4074-B0F0-6714103E0CBB}" destId="{505B86E8-D61F-4BFE-B2AB-DE001DA1C518}" srcOrd="0" destOrd="0" presId="urn:microsoft.com/office/officeart/2018/5/layout/IconCircleLabelList"/>
    <dgm:cxn modelId="{5EE11975-EC56-42F8-9BE4-C1DEFAC2BF44}" type="presParOf" srcId="{505B86E8-D61F-4BFE-B2AB-DE001DA1C518}" destId="{86347C08-8F8A-46B7-9F76-7C68D98EA25D}" srcOrd="0" destOrd="0" presId="urn:microsoft.com/office/officeart/2018/5/layout/IconCircleLabelList"/>
    <dgm:cxn modelId="{480F50AB-9F20-40B8-817E-EC077894B47E}" type="presParOf" srcId="{505B86E8-D61F-4BFE-B2AB-DE001DA1C518}" destId="{0DA0ABA0-387C-42C4-AFEC-02D855023FC3}" srcOrd="1" destOrd="0" presId="urn:microsoft.com/office/officeart/2018/5/layout/IconCircleLabelList"/>
    <dgm:cxn modelId="{FB9C9D98-CF8C-472F-812D-E7D33164ABE3}" type="presParOf" srcId="{505B86E8-D61F-4BFE-B2AB-DE001DA1C518}" destId="{D157693B-02AC-4649-ADAB-C02A8A9CBBBD}" srcOrd="2" destOrd="0" presId="urn:microsoft.com/office/officeart/2018/5/layout/IconCircleLabelList"/>
    <dgm:cxn modelId="{FD2BBD8E-F7DE-4A84-AC31-3C05DC7F133B}" type="presParOf" srcId="{505B86E8-D61F-4BFE-B2AB-DE001DA1C518}" destId="{E03B7DC5-6A78-4F22-AEDC-659AF29D145E}" srcOrd="3" destOrd="0" presId="urn:microsoft.com/office/officeart/2018/5/layout/IconCircleLabelList"/>
    <dgm:cxn modelId="{D287E788-C1FC-41A6-9497-3B37DED685BE}" type="presParOf" srcId="{4D58285E-6AAC-4074-B0F0-6714103E0CBB}" destId="{D702D54B-558E-40BD-ACE7-913D5BB7B6C9}" srcOrd="1" destOrd="0" presId="urn:microsoft.com/office/officeart/2018/5/layout/IconCircleLabelList"/>
    <dgm:cxn modelId="{B0AB2D5D-8F9E-4645-A24B-6095058A1CC7}" type="presParOf" srcId="{4D58285E-6AAC-4074-B0F0-6714103E0CBB}" destId="{AC0EBEDA-750F-492F-9594-5A6ACE4722CC}" srcOrd="2" destOrd="0" presId="urn:microsoft.com/office/officeart/2018/5/layout/IconCircleLabelList"/>
    <dgm:cxn modelId="{2B22B684-D25F-4822-BBA0-B22657FCFC9E}" type="presParOf" srcId="{AC0EBEDA-750F-492F-9594-5A6ACE4722CC}" destId="{482C7F06-8E6F-4FAF-88F2-C5B00AFF96FE}" srcOrd="0" destOrd="0" presId="urn:microsoft.com/office/officeart/2018/5/layout/IconCircleLabelList"/>
    <dgm:cxn modelId="{01B1B911-68D5-4EE5-9922-8CF78825BEFF}" type="presParOf" srcId="{AC0EBEDA-750F-492F-9594-5A6ACE4722CC}" destId="{F08D0F5B-6D4B-4485-B1C6-BD6F5737871A}" srcOrd="1" destOrd="0" presId="urn:microsoft.com/office/officeart/2018/5/layout/IconCircleLabelList"/>
    <dgm:cxn modelId="{9FB91F09-08C1-4DB3-B768-5D09CCED940F}" type="presParOf" srcId="{AC0EBEDA-750F-492F-9594-5A6ACE4722CC}" destId="{0E3F1859-658B-405C-9095-FFF83B5934BE}" srcOrd="2" destOrd="0" presId="urn:microsoft.com/office/officeart/2018/5/layout/IconCircleLabelList"/>
    <dgm:cxn modelId="{49B84817-7D8B-4D5E-96C0-BF3CC8EA43FD}" type="presParOf" srcId="{AC0EBEDA-750F-492F-9594-5A6ACE4722CC}" destId="{3D7663D0-E767-49B3-9E31-83615AF8E250}" srcOrd="3" destOrd="0" presId="urn:microsoft.com/office/officeart/2018/5/layout/IconCircleLabelList"/>
    <dgm:cxn modelId="{B9B8D06C-938A-48FF-80B9-2B12DB3A469F}" type="presParOf" srcId="{4D58285E-6AAC-4074-B0F0-6714103E0CBB}" destId="{277D2371-D2CC-4157-889F-711A5E3314AA}" srcOrd="3" destOrd="0" presId="urn:microsoft.com/office/officeart/2018/5/layout/IconCircleLabelList"/>
    <dgm:cxn modelId="{3ECA03E7-A4F3-4596-BFE9-BFD9CFAF3020}" type="presParOf" srcId="{4D58285E-6AAC-4074-B0F0-6714103E0CBB}" destId="{75B01F5D-18B2-42C7-A328-E203B6FA2666}" srcOrd="4" destOrd="0" presId="urn:microsoft.com/office/officeart/2018/5/layout/IconCircleLabelList"/>
    <dgm:cxn modelId="{99CE95A4-AD7E-419F-8005-75D959F92A0C}" type="presParOf" srcId="{75B01F5D-18B2-42C7-A328-E203B6FA2666}" destId="{D19BA5D4-FAA2-405C-A61B-722749C7181E}" srcOrd="0" destOrd="0" presId="urn:microsoft.com/office/officeart/2018/5/layout/IconCircleLabelList"/>
    <dgm:cxn modelId="{7CA36D7E-5454-4A12-9596-0564410A6DAB}" type="presParOf" srcId="{75B01F5D-18B2-42C7-A328-E203B6FA2666}" destId="{B91BCB96-7E92-427F-9FD6-43DD88E23C5E}" srcOrd="1" destOrd="0" presId="urn:microsoft.com/office/officeart/2018/5/layout/IconCircleLabelList"/>
    <dgm:cxn modelId="{5CE75037-BD52-4BD9-8970-9A1561BBE88E}" type="presParOf" srcId="{75B01F5D-18B2-42C7-A328-E203B6FA2666}" destId="{3FFBE87B-FE59-4671-8BD4-8699ED7C6B06}" srcOrd="2" destOrd="0" presId="urn:microsoft.com/office/officeart/2018/5/layout/IconCircleLabelList"/>
    <dgm:cxn modelId="{3E0EF4A3-2FF7-4900-A893-A89E715CF01E}" type="presParOf" srcId="{75B01F5D-18B2-42C7-A328-E203B6FA2666}" destId="{14BCDA2A-A563-4C88-BD28-21EB175361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5D2865-F8EA-4F33-A155-054F9E8CC34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9C9C44-7308-4B56-8A26-C017FFA94C9E}">
      <dgm:prSet/>
      <dgm:spPr/>
      <dgm:t>
        <a:bodyPr/>
        <a:lstStyle/>
        <a:p>
          <a:r>
            <a:rPr lang="en-GB"/>
            <a:t>Raw data is collected before analysis. It then undergoes validation and cleaning.</a:t>
          </a:r>
          <a:endParaRPr lang="en-US"/>
        </a:p>
      </dgm:t>
    </dgm:pt>
    <dgm:pt modelId="{C0AE405F-FDD3-4291-B16A-3A9B668E2A1F}" type="parTrans" cxnId="{6A170A8C-D509-46D4-9F7B-9FC3AD34CC6B}">
      <dgm:prSet/>
      <dgm:spPr/>
      <dgm:t>
        <a:bodyPr/>
        <a:lstStyle/>
        <a:p>
          <a:endParaRPr lang="en-US"/>
        </a:p>
      </dgm:t>
    </dgm:pt>
    <dgm:pt modelId="{CC468FB6-3808-43A7-8611-0DD935FD71F2}" type="sibTrans" cxnId="{6A170A8C-D509-46D4-9F7B-9FC3AD34CC6B}">
      <dgm:prSet/>
      <dgm:spPr/>
      <dgm:t>
        <a:bodyPr/>
        <a:lstStyle/>
        <a:p>
          <a:endParaRPr lang="en-US"/>
        </a:p>
      </dgm:t>
    </dgm:pt>
    <dgm:pt modelId="{AC1AAE6A-37AB-438C-A7E3-F343D63E87C8}">
      <dgm:prSet/>
      <dgm:spPr/>
      <dgm:t>
        <a:bodyPr/>
        <a:lstStyle/>
        <a:p>
          <a:r>
            <a:rPr lang="en-GB"/>
            <a:t>Incomplete and inconsistent data are carefully examined.</a:t>
          </a:r>
          <a:endParaRPr lang="en-US"/>
        </a:p>
      </dgm:t>
    </dgm:pt>
    <dgm:pt modelId="{99CFE995-109F-4089-B2A1-306A43647FA3}" type="parTrans" cxnId="{21C38F69-FB63-49B4-87C4-A806430AD564}">
      <dgm:prSet/>
      <dgm:spPr/>
      <dgm:t>
        <a:bodyPr/>
        <a:lstStyle/>
        <a:p>
          <a:endParaRPr lang="en-US"/>
        </a:p>
      </dgm:t>
    </dgm:pt>
    <dgm:pt modelId="{D9CE9A56-7A23-4584-B2F2-58ACDF9FF365}" type="sibTrans" cxnId="{21C38F69-FB63-49B4-87C4-A806430AD564}">
      <dgm:prSet/>
      <dgm:spPr/>
      <dgm:t>
        <a:bodyPr/>
        <a:lstStyle/>
        <a:p>
          <a:endParaRPr lang="en-US"/>
        </a:p>
      </dgm:t>
    </dgm:pt>
    <dgm:pt modelId="{E23E32E4-29DB-402B-AAF2-496E3072DE61}">
      <dgm:prSet/>
      <dgm:spPr/>
      <dgm:t>
        <a:bodyPr/>
        <a:lstStyle/>
        <a:p>
          <a:r>
            <a:rPr lang="en-GB"/>
            <a:t>Data prepared in this way ensures the system operates securely.</a:t>
          </a:r>
          <a:endParaRPr lang="en-US"/>
        </a:p>
      </dgm:t>
    </dgm:pt>
    <dgm:pt modelId="{D73CC585-FFAC-4332-A1A9-984CEFB13720}" type="parTrans" cxnId="{8FFF30E7-746D-4658-807D-4306D3955153}">
      <dgm:prSet/>
      <dgm:spPr/>
      <dgm:t>
        <a:bodyPr/>
        <a:lstStyle/>
        <a:p>
          <a:endParaRPr lang="en-US"/>
        </a:p>
      </dgm:t>
    </dgm:pt>
    <dgm:pt modelId="{589B8E62-2655-4DF3-9DBB-402072E8453C}" type="sibTrans" cxnId="{8FFF30E7-746D-4658-807D-4306D3955153}">
      <dgm:prSet/>
      <dgm:spPr/>
      <dgm:t>
        <a:bodyPr/>
        <a:lstStyle/>
        <a:p>
          <a:endParaRPr lang="en-US"/>
        </a:p>
      </dgm:t>
    </dgm:pt>
    <dgm:pt modelId="{666CEFB2-AA3D-1C41-A75B-C5573825079A}" type="pres">
      <dgm:prSet presAssocID="{ED5D2865-F8EA-4F33-A155-054F9E8CC343}" presName="linear" presStyleCnt="0">
        <dgm:presLayoutVars>
          <dgm:animLvl val="lvl"/>
          <dgm:resizeHandles val="exact"/>
        </dgm:presLayoutVars>
      </dgm:prSet>
      <dgm:spPr/>
    </dgm:pt>
    <dgm:pt modelId="{1BC32297-147E-2244-8B2D-B6A47F9BBDDB}" type="pres">
      <dgm:prSet presAssocID="{BC9C9C44-7308-4B56-8A26-C017FFA94C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F9457B-19D6-894B-8E24-442778AAA712}" type="pres">
      <dgm:prSet presAssocID="{CC468FB6-3808-43A7-8611-0DD935FD71F2}" presName="spacer" presStyleCnt="0"/>
      <dgm:spPr/>
    </dgm:pt>
    <dgm:pt modelId="{0034FAD7-E0AB-654D-B926-A401D573E686}" type="pres">
      <dgm:prSet presAssocID="{AC1AAE6A-37AB-438C-A7E3-F343D63E87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C4A0A2-1A8D-0244-90E7-08143891D897}" type="pres">
      <dgm:prSet presAssocID="{D9CE9A56-7A23-4584-B2F2-58ACDF9FF365}" presName="spacer" presStyleCnt="0"/>
      <dgm:spPr/>
    </dgm:pt>
    <dgm:pt modelId="{B54779A0-C83B-884F-8814-123BEAE478C7}" type="pres">
      <dgm:prSet presAssocID="{E23E32E4-29DB-402B-AAF2-496E3072DE6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9529000-366C-E849-A6AA-2D3B2CB0EA51}" type="presOf" srcId="{ED5D2865-F8EA-4F33-A155-054F9E8CC343}" destId="{666CEFB2-AA3D-1C41-A75B-C5573825079A}" srcOrd="0" destOrd="0" presId="urn:microsoft.com/office/officeart/2005/8/layout/vList2"/>
    <dgm:cxn modelId="{21C38F69-FB63-49B4-87C4-A806430AD564}" srcId="{ED5D2865-F8EA-4F33-A155-054F9E8CC343}" destId="{AC1AAE6A-37AB-438C-A7E3-F343D63E87C8}" srcOrd="1" destOrd="0" parTransId="{99CFE995-109F-4089-B2A1-306A43647FA3}" sibTransId="{D9CE9A56-7A23-4584-B2F2-58ACDF9FF365}"/>
    <dgm:cxn modelId="{025CCA6D-7C08-0047-BF07-F80EFDAF206C}" type="presOf" srcId="{BC9C9C44-7308-4B56-8A26-C017FFA94C9E}" destId="{1BC32297-147E-2244-8B2D-B6A47F9BBDDB}" srcOrd="0" destOrd="0" presId="urn:microsoft.com/office/officeart/2005/8/layout/vList2"/>
    <dgm:cxn modelId="{6EDFF574-33CE-4941-B786-9ECDBAE796C8}" type="presOf" srcId="{E23E32E4-29DB-402B-AAF2-496E3072DE61}" destId="{B54779A0-C83B-884F-8814-123BEAE478C7}" srcOrd="0" destOrd="0" presId="urn:microsoft.com/office/officeart/2005/8/layout/vList2"/>
    <dgm:cxn modelId="{6A170A8C-D509-46D4-9F7B-9FC3AD34CC6B}" srcId="{ED5D2865-F8EA-4F33-A155-054F9E8CC343}" destId="{BC9C9C44-7308-4B56-8A26-C017FFA94C9E}" srcOrd="0" destOrd="0" parTransId="{C0AE405F-FDD3-4291-B16A-3A9B668E2A1F}" sibTransId="{CC468FB6-3808-43A7-8611-0DD935FD71F2}"/>
    <dgm:cxn modelId="{61A76DC9-63D6-1B4E-AF09-2A26A3E3A7F7}" type="presOf" srcId="{AC1AAE6A-37AB-438C-A7E3-F343D63E87C8}" destId="{0034FAD7-E0AB-654D-B926-A401D573E686}" srcOrd="0" destOrd="0" presId="urn:microsoft.com/office/officeart/2005/8/layout/vList2"/>
    <dgm:cxn modelId="{8FFF30E7-746D-4658-807D-4306D3955153}" srcId="{ED5D2865-F8EA-4F33-A155-054F9E8CC343}" destId="{E23E32E4-29DB-402B-AAF2-496E3072DE61}" srcOrd="2" destOrd="0" parTransId="{D73CC585-FFAC-4332-A1A9-984CEFB13720}" sibTransId="{589B8E62-2655-4DF3-9DBB-402072E8453C}"/>
    <dgm:cxn modelId="{FCB52780-CE61-2343-A741-DC79C4BD0850}" type="presParOf" srcId="{666CEFB2-AA3D-1C41-A75B-C5573825079A}" destId="{1BC32297-147E-2244-8B2D-B6A47F9BBDDB}" srcOrd="0" destOrd="0" presId="urn:microsoft.com/office/officeart/2005/8/layout/vList2"/>
    <dgm:cxn modelId="{B83D4BAC-5FCC-3B45-BEF5-DFA2C36D6263}" type="presParOf" srcId="{666CEFB2-AA3D-1C41-A75B-C5573825079A}" destId="{CBF9457B-19D6-894B-8E24-442778AAA712}" srcOrd="1" destOrd="0" presId="urn:microsoft.com/office/officeart/2005/8/layout/vList2"/>
    <dgm:cxn modelId="{DE1FF398-80EE-D447-8777-EA674CFA532F}" type="presParOf" srcId="{666CEFB2-AA3D-1C41-A75B-C5573825079A}" destId="{0034FAD7-E0AB-654D-B926-A401D573E686}" srcOrd="2" destOrd="0" presId="urn:microsoft.com/office/officeart/2005/8/layout/vList2"/>
    <dgm:cxn modelId="{294F443C-7F09-1343-ACDB-152144787796}" type="presParOf" srcId="{666CEFB2-AA3D-1C41-A75B-C5573825079A}" destId="{A2C4A0A2-1A8D-0244-90E7-08143891D897}" srcOrd="3" destOrd="0" presId="urn:microsoft.com/office/officeart/2005/8/layout/vList2"/>
    <dgm:cxn modelId="{054E11AF-B577-734D-BC42-AF109286BC88}" type="presParOf" srcId="{666CEFB2-AA3D-1C41-A75B-C5573825079A}" destId="{B54779A0-C83B-884F-8814-123BEAE478C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1880B7-9FE4-4B70-A48D-C5FB70EEB57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7F7373-4FF6-46FC-814D-C6F357381860}">
      <dgm:prSet/>
      <dgm:spPr/>
      <dgm:t>
        <a:bodyPr/>
        <a:lstStyle/>
        <a:p>
          <a:r>
            <a:rPr lang="en-GB"/>
            <a:t>Risk values ​​are defined according to medical thresholds and clinical logic.</a:t>
          </a:r>
          <a:endParaRPr lang="en-US"/>
        </a:p>
      </dgm:t>
    </dgm:pt>
    <dgm:pt modelId="{9C3E847F-BE49-44E2-A2E3-1F8D1CCC410E}" type="parTrans" cxnId="{0B6CB5A1-D855-4673-BAC3-1D796F1451AF}">
      <dgm:prSet/>
      <dgm:spPr/>
      <dgm:t>
        <a:bodyPr/>
        <a:lstStyle/>
        <a:p>
          <a:endParaRPr lang="en-US"/>
        </a:p>
      </dgm:t>
    </dgm:pt>
    <dgm:pt modelId="{102C56F0-BFF0-409E-8326-70A286062A0E}" type="sibTrans" cxnId="{0B6CB5A1-D855-4673-BAC3-1D796F1451AF}">
      <dgm:prSet/>
      <dgm:spPr/>
      <dgm:t>
        <a:bodyPr/>
        <a:lstStyle/>
        <a:p>
          <a:endParaRPr lang="en-US"/>
        </a:p>
      </dgm:t>
    </dgm:pt>
    <dgm:pt modelId="{0DA90137-A9EC-426A-BD3B-D3578AEFEA70}">
      <dgm:prSet/>
      <dgm:spPr/>
      <dgm:t>
        <a:bodyPr/>
        <a:lstStyle/>
        <a:p>
          <a:r>
            <a:rPr lang="en-GB"/>
            <a:t>For example, low oxygen levels indicate a high priority, high risk.</a:t>
          </a:r>
          <a:endParaRPr lang="en-US"/>
        </a:p>
      </dgm:t>
    </dgm:pt>
    <dgm:pt modelId="{E73E2199-5C29-4955-AA86-536FA74425E7}" type="parTrans" cxnId="{D9242DF5-9890-4145-83A0-1C37A35369C2}">
      <dgm:prSet/>
      <dgm:spPr/>
      <dgm:t>
        <a:bodyPr/>
        <a:lstStyle/>
        <a:p>
          <a:endParaRPr lang="en-US"/>
        </a:p>
      </dgm:t>
    </dgm:pt>
    <dgm:pt modelId="{D789245E-114C-4680-9654-CCFBF61E6DE6}" type="sibTrans" cxnId="{D9242DF5-9890-4145-83A0-1C37A35369C2}">
      <dgm:prSet/>
      <dgm:spPr/>
      <dgm:t>
        <a:bodyPr/>
        <a:lstStyle/>
        <a:p>
          <a:endParaRPr lang="en-US"/>
        </a:p>
      </dgm:t>
    </dgm:pt>
    <dgm:pt modelId="{6EC4FDDA-86BA-4987-8794-47BFCD4C61F2}">
      <dgm:prSet/>
      <dgm:spPr/>
      <dgm:t>
        <a:bodyPr/>
        <a:lstStyle/>
        <a:p>
          <a:r>
            <a:rPr lang="en-GB"/>
            <a:t>An abnormal pulse or fever indicates a potential danger.</a:t>
          </a:r>
          <a:endParaRPr lang="en-US"/>
        </a:p>
      </dgm:t>
    </dgm:pt>
    <dgm:pt modelId="{E5C4923B-0F78-4750-B658-B1C05E00CE7C}" type="parTrans" cxnId="{1EA77C5F-BD3C-4298-9489-992B0BA48AA3}">
      <dgm:prSet/>
      <dgm:spPr/>
      <dgm:t>
        <a:bodyPr/>
        <a:lstStyle/>
        <a:p>
          <a:endParaRPr lang="en-US"/>
        </a:p>
      </dgm:t>
    </dgm:pt>
    <dgm:pt modelId="{A436F159-BA42-474C-A56B-A67E8F2F6DA5}" type="sibTrans" cxnId="{1EA77C5F-BD3C-4298-9489-992B0BA48AA3}">
      <dgm:prSet/>
      <dgm:spPr/>
      <dgm:t>
        <a:bodyPr/>
        <a:lstStyle/>
        <a:p>
          <a:endParaRPr lang="en-US"/>
        </a:p>
      </dgm:t>
    </dgm:pt>
    <dgm:pt modelId="{42411372-C861-B843-8F0D-FCDBB8251AE2}" type="pres">
      <dgm:prSet presAssocID="{CA1880B7-9FE4-4B70-A48D-C5FB70EEB57E}" presName="outerComposite" presStyleCnt="0">
        <dgm:presLayoutVars>
          <dgm:chMax val="5"/>
          <dgm:dir/>
          <dgm:resizeHandles val="exact"/>
        </dgm:presLayoutVars>
      </dgm:prSet>
      <dgm:spPr/>
    </dgm:pt>
    <dgm:pt modelId="{FDA4F1C1-1C97-4949-95AA-7DB44A2CAAC5}" type="pres">
      <dgm:prSet presAssocID="{CA1880B7-9FE4-4B70-A48D-C5FB70EEB57E}" presName="dummyMaxCanvas" presStyleCnt="0">
        <dgm:presLayoutVars/>
      </dgm:prSet>
      <dgm:spPr/>
    </dgm:pt>
    <dgm:pt modelId="{76BDCEB7-098F-3A41-BEE0-0A56B2B1FFE4}" type="pres">
      <dgm:prSet presAssocID="{CA1880B7-9FE4-4B70-A48D-C5FB70EEB57E}" presName="ThreeNodes_1" presStyleLbl="node1" presStyleIdx="0" presStyleCnt="3">
        <dgm:presLayoutVars>
          <dgm:bulletEnabled val="1"/>
        </dgm:presLayoutVars>
      </dgm:prSet>
      <dgm:spPr/>
    </dgm:pt>
    <dgm:pt modelId="{5FF1A24D-1807-014F-937A-F1C10ABA39F5}" type="pres">
      <dgm:prSet presAssocID="{CA1880B7-9FE4-4B70-A48D-C5FB70EEB57E}" presName="ThreeNodes_2" presStyleLbl="node1" presStyleIdx="1" presStyleCnt="3">
        <dgm:presLayoutVars>
          <dgm:bulletEnabled val="1"/>
        </dgm:presLayoutVars>
      </dgm:prSet>
      <dgm:spPr/>
    </dgm:pt>
    <dgm:pt modelId="{CB4A5A6F-7525-4944-AE83-C2520B0BBA79}" type="pres">
      <dgm:prSet presAssocID="{CA1880B7-9FE4-4B70-A48D-C5FB70EEB57E}" presName="ThreeNodes_3" presStyleLbl="node1" presStyleIdx="2" presStyleCnt="3">
        <dgm:presLayoutVars>
          <dgm:bulletEnabled val="1"/>
        </dgm:presLayoutVars>
      </dgm:prSet>
      <dgm:spPr/>
    </dgm:pt>
    <dgm:pt modelId="{93F172D5-3AE7-3941-B24C-E3BA24BD974D}" type="pres">
      <dgm:prSet presAssocID="{CA1880B7-9FE4-4B70-A48D-C5FB70EEB57E}" presName="ThreeConn_1-2" presStyleLbl="fgAccFollowNode1" presStyleIdx="0" presStyleCnt="2">
        <dgm:presLayoutVars>
          <dgm:bulletEnabled val="1"/>
        </dgm:presLayoutVars>
      </dgm:prSet>
      <dgm:spPr/>
    </dgm:pt>
    <dgm:pt modelId="{58EC1FBC-57AB-EC44-B699-2C02DA2F1A71}" type="pres">
      <dgm:prSet presAssocID="{CA1880B7-9FE4-4B70-A48D-C5FB70EEB57E}" presName="ThreeConn_2-3" presStyleLbl="fgAccFollowNode1" presStyleIdx="1" presStyleCnt="2">
        <dgm:presLayoutVars>
          <dgm:bulletEnabled val="1"/>
        </dgm:presLayoutVars>
      </dgm:prSet>
      <dgm:spPr/>
    </dgm:pt>
    <dgm:pt modelId="{EB8FCE2D-F8F8-0C4F-904E-397E41E2D1C7}" type="pres">
      <dgm:prSet presAssocID="{CA1880B7-9FE4-4B70-A48D-C5FB70EEB57E}" presName="ThreeNodes_1_text" presStyleLbl="node1" presStyleIdx="2" presStyleCnt="3">
        <dgm:presLayoutVars>
          <dgm:bulletEnabled val="1"/>
        </dgm:presLayoutVars>
      </dgm:prSet>
      <dgm:spPr/>
    </dgm:pt>
    <dgm:pt modelId="{0BA86FCF-F08E-3443-B336-19649994BDA0}" type="pres">
      <dgm:prSet presAssocID="{CA1880B7-9FE4-4B70-A48D-C5FB70EEB57E}" presName="ThreeNodes_2_text" presStyleLbl="node1" presStyleIdx="2" presStyleCnt="3">
        <dgm:presLayoutVars>
          <dgm:bulletEnabled val="1"/>
        </dgm:presLayoutVars>
      </dgm:prSet>
      <dgm:spPr/>
    </dgm:pt>
    <dgm:pt modelId="{718CF152-A6F2-1F4D-A35B-3A78440DA0C1}" type="pres">
      <dgm:prSet presAssocID="{CA1880B7-9FE4-4B70-A48D-C5FB70EEB57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BBE9210-CEB5-014A-92F9-09A256306C90}" type="presOf" srcId="{6EC4FDDA-86BA-4987-8794-47BFCD4C61F2}" destId="{CB4A5A6F-7525-4944-AE83-C2520B0BBA79}" srcOrd="0" destOrd="0" presId="urn:microsoft.com/office/officeart/2005/8/layout/vProcess5"/>
    <dgm:cxn modelId="{4BD7FB18-DD58-7A42-9651-E6E0DBAAFE31}" type="presOf" srcId="{0DA90137-A9EC-426A-BD3B-D3578AEFEA70}" destId="{5FF1A24D-1807-014F-937A-F1C10ABA39F5}" srcOrd="0" destOrd="0" presId="urn:microsoft.com/office/officeart/2005/8/layout/vProcess5"/>
    <dgm:cxn modelId="{FF59EB23-6B23-ED40-9CF3-235A48ABA2C9}" type="presOf" srcId="{D789245E-114C-4680-9654-CCFBF61E6DE6}" destId="{58EC1FBC-57AB-EC44-B699-2C02DA2F1A71}" srcOrd="0" destOrd="0" presId="urn:microsoft.com/office/officeart/2005/8/layout/vProcess5"/>
    <dgm:cxn modelId="{C49F1C25-726B-A243-9D16-E5D5732AD905}" type="presOf" srcId="{CA1880B7-9FE4-4B70-A48D-C5FB70EEB57E}" destId="{42411372-C861-B843-8F0D-FCDBB8251AE2}" srcOrd="0" destOrd="0" presId="urn:microsoft.com/office/officeart/2005/8/layout/vProcess5"/>
    <dgm:cxn modelId="{23786049-BCD2-744D-9116-8ADF9F71C340}" type="presOf" srcId="{102C56F0-BFF0-409E-8326-70A286062A0E}" destId="{93F172D5-3AE7-3941-B24C-E3BA24BD974D}" srcOrd="0" destOrd="0" presId="urn:microsoft.com/office/officeart/2005/8/layout/vProcess5"/>
    <dgm:cxn modelId="{1EA77C5F-BD3C-4298-9489-992B0BA48AA3}" srcId="{CA1880B7-9FE4-4B70-A48D-C5FB70EEB57E}" destId="{6EC4FDDA-86BA-4987-8794-47BFCD4C61F2}" srcOrd="2" destOrd="0" parTransId="{E5C4923B-0F78-4750-B658-B1C05E00CE7C}" sibTransId="{A436F159-BA42-474C-A56B-A67E8F2F6DA5}"/>
    <dgm:cxn modelId="{BF72CE5F-34C4-3548-97D8-22DA0AEE2CD9}" type="presOf" srcId="{0DA90137-A9EC-426A-BD3B-D3578AEFEA70}" destId="{0BA86FCF-F08E-3443-B336-19649994BDA0}" srcOrd="1" destOrd="0" presId="urn:microsoft.com/office/officeart/2005/8/layout/vProcess5"/>
    <dgm:cxn modelId="{4EE4826A-728A-BC49-B1DC-5AAC0D8C87EA}" type="presOf" srcId="{837F7373-4FF6-46FC-814D-C6F357381860}" destId="{76BDCEB7-098F-3A41-BEE0-0A56B2B1FFE4}" srcOrd="0" destOrd="0" presId="urn:microsoft.com/office/officeart/2005/8/layout/vProcess5"/>
    <dgm:cxn modelId="{AD529F7B-A2D8-8C43-92EA-849CD89ECFFF}" type="presOf" srcId="{6EC4FDDA-86BA-4987-8794-47BFCD4C61F2}" destId="{718CF152-A6F2-1F4D-A35B-3A78440DA0C1}" srcOrd="1" destOrd="0" presId="urn:microsoft.com/office/officeart/2005/8/layout/vProcess5"/>
    <dgm:cxn modelId="{0B6CB5A1-D855-4673-BAC3-1D796F1451AF}" srcId="{CA1880B7-9FE4-4B70-A48D-C5FB70EEB57E}" destId="{837F7373-4FF6-46FC-814D-C6F357381860}" srcOrd="0" destOrd="0" parTransId="{9C3E847F-BE49-44E2-A2E3-1F8D1CCC410E}" sibTransId="{102C56F0-BFF0-409E-8326-70A286062A0E}"/>
    <dgm:cxn modelId="{26F4C2C6-6A45-9743-B71A-405FDA016AB3}" type="presOf" srcId="{837F7373-4FF6-46FC-814D-C6F357381860}" destId="{EB8FCE2D-F8F8-0C4F-904E-397E41E2D1C7}" srcOrd="1" destOrd="0" presId="urn:microsoft.com/office/officeart/2005/8/layout/vProcess5"/>
    <dgm:cxn modelId="{D9242DF5-9890-4145-83A0-1C37A35369C2}" srcId="{CA1880B7-9FE4-4B70-A48D-C5FB70EEB57E}" destId="{0DA90137-A9EC-426A-BD3B-D3578AEFEA70}" srcOrd="1" destOrd="0" parTransId="{E73E2199-5C29-4955-AA86-536FA74425E7}" sibTransId="{D789245E-114C-4680-9654-CCFBF61E6DE6}"/>
    <dgm:cxn modelId="{2B4F9732-7C4E-4249-9E39-687A69CFEA38}" type="presParOf" srcId="{42411372-C861-B843-8F0D-FCDBB8251AE2}" destId="{FDA4F1C1-1C97-4949-95AA-7DB44A2CAAC5}" srcOrd="0" destOrd="0" presId="urn:microsoft.com/office/officeart/2005/8/layout/vProcess5"/>
    <dgm:cxn modelId="{7D2CBCA4-8FE8-C249-8F6C-987BFEE12115}" type="presParOf" srcId="{42411372-C861-B843-8F0D-FCDBB8251AE2}" destId="{76BDCEB7-098F-3A41-BEE0-0A56B2B1FFE4}" srcOrd="1" destOrd="0" presId="urn:microsoft.com/office/officeart/2005/8/layout/vProcess5"/>
    <dgm:cxn modelId="{2D5CC442-9EEC-3A4D-85BD-FDEBDFE3D077}" type="presParOf" srcId="{42411372-C861-B843-8F0D-FCDBB8251AE2}" destId="{5FF1A24D-1807-014F-937A-F1C10ABA39F5}" srcOrd="2" destOrd="0" presId="urn:microsoft.com/office/officeart/2005/8/layout/vProcess5"/>
    <dgm:cxn modelId="{1A5CE9B1-BEAA-D143-8F2C-C53179C5284E}" type="presParOf" srcId="{42411372-C861-B843-8F0D-FCDBB8251AE2}" destId="{CB4A5A6F-7525-4944-AE83-C2520B0BBA79}" srcOrd="3" destOrd="0" presId="urn:microsoft.com/office/officeart/2005/8/layout/vProcess5"/>
    <dgm:cxn modelId="{3CEEB52D-B9B1-FB48-BF83-7A498C0D3F8E}" type="presParOf" srcId="{42411372-C861-B843-8F0D-FCDBB8251AE2}" destId="{93F172D5-3AE7-3941-B24C-E3BA24BD974D}" srcOrd="4" destOrd="0" presId="urn:microsoft.com/office/officeart/2005/8/layout/vProcess5"/>
    <dgm:cxn modelId="{E8E419F3-9F73-044C-87BB-71419AB7CB58}" type="presParOf" srcId="{42411372-C861-B843-8F0D-FCDBB8251AE2}" destId="{58EC1FBC-57AB-EC44-B699-2C02DA2F1A71}" srcOrd="5" destOrd="0" presId="urn:microsoft.com/office/officeart/2005/8/layout/vProcess5"/>
    <dgm:cxn modelId="{8B6C06AE-8C83-DA4E-A05C-E7A474C176D3}" type="presParOf" srcId="{42411372-C861-B843-8F0D-FCDBB8251AE2}" destId="{EB8FCE2D-F8F8-0C4F-904E-397E41E2D1C7}" srcOrd="6" destOrd="0" presId="urn:microsoft.com/office/officeart/2005/8/layout/vProcess5"/>
    <dgm:cxn modelId="{26A686D9-B1BE-EE46-A2E3-FCEF4D20F1E4}" type="presParOf" srcId="{42411372-C861-B843-8F0D-FCDBB8251AE2}" destId="{0BA86FCF-F08E-3443-B336-19649994BDA0}" srcOrd="7" destOrd="0" presId="urn:microsoft.com/office/officeart/2005/8/layout/vProcess5"/>
    <dgm:cxn modelId="{3916E4B8-BDE4-0C4D-B20B-93CA2A84B3D5}" type="presParOf" srcId="{42411372-C861-B843-8F0D-FCDBB8251AE2}" destId="{718CF152-A6F2-1F4D-A35B-3A78440DA0C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7D01C80-236A-4795-B8CC-A6B237384B0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576949-8007-4429-AB8B-08DC40C216C9}">
      <dgm:prSet/>
      <dgm:spPr/>
      <dgm:t>
        <a:bodyPr/>
        <a:lstStyle/>
        <a:p>
          <a:r>
            <a:rPr lang="tr-TR"/>
            <a:t>Patients are categorized into three risk levels: normal, warning, and critical.</a:t>
          </a:r>
          <a:endParaRPr lang="en-US"/>
        </a:p>
      </dgm:t>
    </dgm:pt>
    <dgm:pt modelId="{DB65FF30-FF00-40C7-B3DA-73D3807173AB}" type="parTrans" cxnId="{BCDA02B7-FEAB-47E8-9077-BFAA066C9CE5}">
      <dgm:prSet/>
      <dgm:spPr/>
      <dgm:t>
        <a:bodyPr/>
        <a:lstStyle/>
        <a:p>
          <a:endParaRPr lang="en-US"/>
        </a:p>
      </dgm:t>
    </dgm:pt>
    <dgm:pt modelId="{31D0D0D2-C5BC-42A2-8391-7CBC85AA1DEE}" type="sibTrans" cxnId="{BCDA02B7-FEAB-47E8-9077-BFAA066C9CE5}">
      <dgm:prSet/>
      <dgm:spPr/>
      <dgm:t>
        <a:bodyPr/>
        <a:lstStyle/>
        <a:p>
          <a:endParaRPr lang="en-US"/>
        </a:p>
      </dgm:t>
    </dgm:pt>
    <dgm:pt modelId="{29D8D6D9-5DF0-4E31-A667-2119A2C666EC}">
      <dgm:prSet/>
      <dgm:spPr/>
      <dgm:t>
        <a:bodyPr/>
        <a:lstStyle/>
        <a:p>
          <a:r>
            <a:rPr lang="tr-TR"/>
            <a:t>Each level has its own color code for quick identification.</a:t>
          </a:r>
          <a:endParaRPr lang="en-US"/>
        </a:p>
      </dgm:t>
    </dgm:pt>
    <dgm:pt modelId="{E04A331D-CA71-4165-82AC-9223A73351EA}" type="parTrans" cxnId="{644D3CE3-EBD9-42EB-9845-9673CAC68D23}">
      <dgm:prSet/>
      <dgm:spPr/>
      <dgm:t>
        <a:bodyPr/>
        <a:lstStyle/>
        <a:p>
          <a:endParaRPr lang="en-US"/>
        </a:p>
      </dgm:t>
    </dgm:pt>
    <dgm:pt modelId="{F868C9D6-F77F-4E84-BEA9-68FDE531DA78}" type="sibTrans" cxnId="{644D3CE3-EBD9-42EB-9845-9673CAC68D23}">
      <dgm:prSet/>
      <dgm:spPr/>
      <dgm:t>
        <a:bodyPr/>
        <a:lstStyle/>
        <a:p>
          <a:endParaRPr lang="en-US"/>
        </a:p>
      </dgm:t>
    </dgm:pt>
    <dgm:pt modelId="{120DE149-4D94-A84F-8C77-3823E6EAE871}" type="pres">
      <dgm:prSet presAssocID="{47D01C80-236A-4795-B8CC-A6B237384B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431B1E-2AE0-9240-BD2E-E0F1F73B0318}" type="pres">
      <dgm:prSet presAssocID="{E2576949-8007-4429-AB8B-08DC40C216C9}" presName="hierRoot1" presStyleCnt="0"/>
      <dgm:spPr/>
    </dgm:pt>
    <dgm:pt modelId="{B986DD1B-F89D-A54E-90F4-6F1E86A3200B}" type="pres">
      <dgm:prSet presAssocID="{E2576949-8007-4429-AB8B-08DC40C216C9}" presName="composite" presStyleCnt="0"/>
      <dgm:spPr/>
    </dgm:pt>
    <dgm:pt modelId="{86501195-E6E1-274D-846D-EEADB8F3DBD6}" type="pres">
      <dgm:prSet presAssocID="{E2576949-8007-4429-AB8B-08DC40C216C9}" presName="background" presStyleLbl="node0" presStyleIdx="0" presStyleCnt="2"/>
      <dgm:spPr/>
    </dgm:pt>
    <dgm:pt modelId="{5C32F47C-0F32-C844-BBC3-133577C596B3}" type="pres">
      <dgm:prSet presAssocID="{E2576949-8007-4429-AB8B-08DC40C216C9}" presName="text" presStyleLbl="fgAcc0" presStyleIdx="0" presStyleCnt="2">
        <dgm:presLayoutVars>
          <dgm:chPref val="3"/>
        </dgm:presLayoutVars>
      </dgm:prSet>
      <dgm:spPr/>
    </dgm:pt>
    <dgm:pt modelId="{ACF0863D-94C4-0749-B386-13D97C8A9C18}" type="pres">
      <dgm:prSet presAssocID="{E2576949-8007-4429-AB8B-08DC40C216C9}" presName="hierChild2" presStyleCnt="0"/>
      <dgm:spPr/>
    </dgm:pt>
    <dgm:pt modelId="{DD269928-5A41-8945-BC63-FCB746DD927D}" type="pres">
      <dgm:prSet presAssocID="{29D8D6D9-5DF0-4E31-A667-2119A2C666EC}" presName="hierRoot1" presStyleCnt="0"/>
      <dgm:spPr/>
    </dgm:pt>
    <dgm:pt modelId="{C5237379-E668-C646-A7F4-DDA3661D653B}" type="pres">
      <dgm:prSet presAssocID="{29D8D6D9-5DF0-4E31-A667-2119A2C666EC}" presName="composite" presStyleCnt="0"/>
      <dgm:spPr/>
    </dgm:pt>
    <dgm:pt modelId="{DA273874-A56A-9D4D-B9D3-BBEA90F7A9F4}" type="pres">
      <dgm:prSet presAssocID="{29D8D6D9-5DF0-4E31-A667-2119A2C666EC}" presName="background" presStyleLbl="node0" presStyleIdx="1" presStyleCnt="2"/>
      <dgm:spPr/>
    </dgm:pt>
    <dgm:pt modelId="{78530D05-B105-594E-B8A0-BC4294211960}" type="pres">
      <dgm:prSet presAssocID="{29D8D6D9-5DF0-4E31-A667-2119A2C666EC}" presName="text" presStyleLbl="fgAcc0" presStyleIdx="1" presStyleCnt="2">
        <dgm:presLayoutVars>
          <dgm:chPref val="3"/>
        </dgm:presLayoutVars>
      </dgm:prSet>
      <dgm:spPr/>
    </dgm:pt>
    <dgm:pt modelId="{4369B9A3-D258-BB43-87C0-62CD7EDA8040}" type="pres">
      <dgm:prSet presAssocID="{29D8D6D9-5DF0-4E31-A667-2119A2C666EC}" presName="hierChild2" presStyleCnt="0"/>
      <dgm:spPr/>
    </dgm:pt>
  </dgm:ptLst>
  <dgm:cxnLst>
    <dgm:cxn modelId="{6DC8C268-9484-DA43-8221-70BE7A6128BE}" type="presOf" srcId="{47D01C80-236A-4795-B8CC-A6B237384B0C}" destId="{120DE149-4D94-A84F-8C77-3823E6EAE871}" srcOrd="0" destOrd="0" presId="urn:microsoft.com/office/officeart/2005/8/layout/hierarchy1"/>
    <dgm:cxn modelId="{51BB34A9-C4D8-B741-A29C-C44549C0D474}" type="presOf" srcId="{29D8D6D9-5DF0-4E31-A667-2119A2C666EC}" destId="{78530D05-B105-594E-B8A0-BC4294211960}" srcOrd="0" destOrd="0" presId="urn:microsoft.com/office/officeart/2005/8/layout/hierarchy1"/>
    <dgm:cxn modelId="{BCDA02B7-FEAB-47E8-9077-BFAA066C9CE5}" srcId="{47D01C80-236A-4795-B8CC-A6B237384B0C}" destId="{E2576949-8007-4429-AB8B-08DC40C216C9}" srcOrd="0" destOrd="0" parTransId="{DB65FF30-FF00-40C7-B3DA-73D3807173AB}" sibTransId="{31D0D0D2-C5BC-42A2-8391-7CBC85AA1DEE}"/>
    <dgm:cxn modelId="{84518BE0-73C1-B94D-B324-82B596DAC915}" type="presOf" srcId="{E2576949-8007-4429-AB8B-08DC40C216C9}" destId="{5C32F47C-0F32-C844-BBC3-133577C596B3}" srcOrd="0" destOrd="0" presId="urn:microsoft.com/office/officeart/2005/8/layout/hierarchy1"/>
    <dgm:cxn modelId="{644D3CE3-EBD9-42EB-9845-9673CAC68D23}" srcId="{47D01C80-236A-4795-B8CC-A6B237384B0C}" destId="{29D8D6D9-5DF0-4E31-A667-2119A2C666EC}" srcOrd="1" destOrd="0" parTransId="{E04A331D-CA71-4165-82AC-9223A73351EA}" sibTransId="{F868C9D6-F77F-4E84-BEA9-68FDE531DA78}"/>
    <dgm:cxn modelId="{C333A58E-29B1-9B43-8E60-A074FA5E49B0}" type="presParOf" srcId="{120DE149-4D94-A84F-8C77-3823E6EAE871}" destId="{A5431B1E-2AE0-9240-BD2E-E0F1F73B0318}" srcOrd="0" destOrd="0" presId="urn:microsoft.com/office/officeart/2005/8/layout/hierarchy1"/>
    <dgm:cxn modelId="{58F783BF-E639-A146-BF70-096072961924}" type="presParOf" srcId="{A5431B1E-2AE0-9240-BD2E-E0F1F73B0318}" destId="{B986DD1B-F89D-A54E-90F4-6F1E86A3200B}" srcOrd="0" destOrd="0" presId="urn:microsoft.com/office/officeart/2005/8/layout/hierarchy1"/>
    <dgm:cxn modelId="{04D2FAC6-CA79-A44F-9F28-736337165278}" type="presParOf" srcId="{B986DD1B-F89D-A54E-90F4-6F1E86A3200B}" destId="{86501195-E6E1-274D-846D-EEADB8F3DBD6}" srcOrd="0" destOrd="0" presId="urn:microsoft.com/office/officeart/2005/8/layout/hierarchy1"/>
    <dgm:cxn modelId="{045103B9-831D-CF48-963F-E1928DDCEEB5}" type="presParOf" srcId="{B986DD1B-F89D-A54E-90F4-6F1E86A3200B}" destId="{5C32F47C-0F32-C844-BBC3-133577C596B3}" srcOrd="1" destOrd="0" presId="urn:microsoft.com/office/officeart/2005/8/layout/hierarchy1"/>
    <dgm:cxn modelId="{CA77D27D-5C9B-F04A-A8E8-48AF821A879F}" type="presParOf" srcId="{A5431B1E-2AE0-9240-BD2E-E0F1F73B0318}" destId="{ACF0863D-94C4-0749-B386-13D97C8A9C18}" srcOrd="1" destOrd="0" presId="urn:microsoft.com/office/officeart/2005/8/layout/hierarchy1"/>
    <dgm:cxn modelId="{4EAED731-D2F3-2D43-BA35-270343BDC2F9}" type="presParOf" srcId="{120DE149-4D94-A84F-8C77-3823E6EAE871}" destId="{DD269928-5A41-8945-BC63-FCB746DD927D}" srcOrd="1" destOrd="0" presId="urn:microsoft.com/office/officeart/2005/8/layout/hierarchy1"/>
    <dgm:cxn modelId="{DB2D96A9-AE33-9949-B5F9-A0FC5898A391}" type="presParOf" srcId="{DD269928-5A41-8945-BC63-FCB746DD927D}" destId="{C5237379-E668-C646-A7F4-DDA3661D653B}" srcOrd="0" destOrd="0" presId="urn:microsoft.com/office/officeart/2005/8/layout/hierarchy1"/>
    <dgm:cxn modelId="{1F549C85-EA99-AD4F-937D-AB0A63D93C98}" type="presParOf" srcId="{C5237379-E668-C646-A7F4-DDA3661D653B}" destId="{DA273874-A56A-9D4D-B9D3-BBEA90F7A9F4}" srcOrd="0" destOrd="0" presId="urn:microsoft.com/office/officeart/2005/8/layout/hierarchy1"/>
    <dgm:cxn modelId="{A1733768-5F15-FC4C-AE2D-33A662BEF123}" type="presParOf" srcId="{C5237379-E668-C646-A7F4-DDA3661D653B}" destId="{78530D05-B105-594E-B8A0-BC4294211960}" srcOrd="1" destOrd="0" presId="urn:microsoft.com/office/officeart/2005/8/layout/hierarchy1"/>
    <dgm:cxn modelId="{96454847-084E-CF40-9D9B-13E3DC8165EB}" type="presParOf" srcId="{DD269928-5A41-8945-BC63-FCB746DD927D}" destId="{4369B9A3-D258-BB43-87C0-62CD7EDA80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20CFF27-1621-4DE0-B634-9408756D46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2384BB-2839-49A7-A6D1-385BBD9B3651}">
      <dgm:prSet/>
      <dgm:spPr/>
      <dgm:t>
        <a:bodyPr/>
        <a:lstStyle/>
        <a:p>
          <a:r>
            <a:rPr lang="tr-TR"/>
            <a:t>This system uses rule-based decision-making logic for transparency.</a:t>
          </a:r>
          <a:endParaRPr lang="en-US"/>
        </a:p>
      </dgm:t>
    </dgm:pt>
    <dgm:pt modelId="{E95DAF1A-D0A9-4A96-B8D2-9C39EF2E5ACB}" type="parTrans" cxnId="{11796540-0142-4614-82B6-02FB25B3F9DB}">
      <dgm:prSet/>
      <dgm:spPr/>
      <dgm:t>
        <a:bodyPr/>
        <a:lstStyle/>
        <a:p>
          <a:endParaRPr lang="en-US"/>
        </a:p>
      </dgm:t>
    </dgm:pt>
    <dgm:pt modelId="{606F57C5-0ABB-4165-8B75-7A6483A91CED}" type="sibTrans" cxnId="{11796540-0142-4614-82B6-02FB25B3F9DB}">
      <dgm:prSet/>
      <dgm:spPr/>
      <dgm:t>
        <a:bodyPr/>
        <a:lstStyle/>
        <a:p>
          <a:endParaRPr lang="en-US"/>
        </a:p>
      </dgm:t>
    </dgm:pt>
    <dgm:pt modelId="{4231B84E-748A-4318-A38C-6382BADA53BB}">
      <dgm:prSet/>
      <dgm:spPr/>
      <dgm:t>
        <a:bodyPr/>
        <a:lstStyle/>
        <a:p>
          <a:r>
            <a:rPr lang="tr-TR"/>
            <a:t>The defined threshold values ​​determine different risk levels.</a:t>
          </a:r>
          <a:endParaRPr lang="en-US"/>
        </a:p>
      </dgm:t>
    </dgm:pt>
    <dgm:pt modelId="{4000A445-1DC9-4D41-B4F7-D8E462012CD5}" type="parTrans" cxnId="{98247343-767D-438B-8828-D89CD26608B2}">
      <dgm:prSet/>
      <dgm:spPr/>
      <dgm:t>
        <a:bodyPr/>
        <a:lstStyle/>
        <a:p>
          <a:endParaRPr lang="en-US"/>
        </a:p>
      </dgm:t>
    </dgm:pt>
    <dgm:pt modelId="{09676BA9-F5BD-4436-97FD-68A239169D72}" type="sibTrans" cxnId="{98247343-767D-438B-8828-D89CD26608B2}">
      <dgm:prSet/>
      <dgm:spPr/>
      <dgm:t>
        <a:bodyPr/>
        <a:lstStyle/>
        <a:p>
          <a:endParaRPr lang="en-US"/>
        </a:p>
      </dgm:t>
    </dgm:pt>
    <dgm:pt modelId="{4F96B258-621C-41C6-AF18-199B5FD6E6CC}">
      <dgm:prSet/>
      <dgm:spPr/>
      <dgm:t>
        <a:bodyPr/>
        <a:lstStyle/>
        <a:p>
          <a:r>
            <a:rPr lang="tr-TR"/>
            <a:t>With this approach, we aim to increase clarity and trust.</a:t>
          </a:r>
          <a:endParaRPr lang="en-US"/>
        </a:p>
      </dgm:t>
    </dgm:pt>
    <dgm:pt modelId="{A4564954-8596-4888-A576-007FE28ACEB0}" type="parTrans" cxnId="{0413223F-B389-481D-A5DE-A4C190BCFBB5}">
      <dgm:prSet/>
      <dgm:spPr/>
      <dgm:t>
        <a:bodyPr/>
        <a:lstStyle/>
        <a:p>
          <a:endParaRPr lang="en-US"/>
        </a:p>
      </dgm:t>
    </dgm:pt>
    <dgm:pt modelId="{F7C46C8F-D029-44C0-8854-98307BC41D53}" type="sibTrans" cxnId="{0413223F-B389-481D-A5DE-A4C190BCFBB5}">
      <dgm:prSet/>
      <dgm:spPr/>
      <dgm:t>
        <a:bodyPr/>
        <a:lstStyle/>
        <a:p>
          <a:endParaRPr lang="en-US"/>
        </a:p>
      </dgm:t>
    </dgm:pt>
    <dgm:pt modelId="{C704D6AA-F432-824E-B566-A155E55EBE94}" type="pres">
      <dgm:prSet presAssocID="{C20CFF27-1621-4DE0-B634-9408756D4629}" presName="linear" presStyleCnt="0">
        <dgm:presLayoutVars>
          <dgm:animLvl val="lvl"/>
          <dgm:resizeHandles val="exact"/>
        </dgm:presLayoutVars>
      </dgm:prSet>
      <dgm:spPr/>
    </dgm:pt>
    <dgm:pt modelId="{D8A4F659-FB86-AB48-9134-3A576C9D5413}" type="pres">
      <dgm:prSet presAssocID="{D42384BB-2839-49A7-A6D1-385BBD9B365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D6136B-99FD-9B48-B75B-04725461D6AE}" type="pres">
      <dgm:prSet presAssocID="{606F57C5-0ABB-4165-8B75-7A6483A91CED}" presName="spacer" presStyleCnt="0"/>
      <dgm:spPr/>
    </dgm:pt>
    <dgm:pt modelId="{DEB212AE-0070-2447-A6D4-6E5753EB6487}" type="pres">
      <dgm:prSet presAssocID="{4231B84E-748A-4318-A38C-6382BADA53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417FFB-A4AB-DB49-A4C0-8F3F965D968C}" type="pres">
      <dgm:prSet presAssocID="{09676BA9-F5BD-4436-97FD-68A239169D72}" presName="spacer" presStyleCnt="0"/>
      <dgm:spPr/>
    </dgm:pt>
    <dgm:pt modelId="{16853823-B019-AF42-BAD9-638ED071AC89}" type="pres">
      <dgm:prSet presAssocID="{4F96B258-621C-41C6-AF18-199B5FD6E6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13223F-B389-481D-A5DE-A4C190BCFBB5}" srcId="{C20CFF27-1621-4DE0-B634-9408756D4629}" destId="{4F96B258-621C-41C6-AF18-199B5FD6E6CC}" srcOrd="2" destOrd="0" parTransId="{A4564954-8596-4888-A576-007FE28ACEB0}" sibTransId="{F7C46C8F-D029-44C0-8854-98307BC41D53}"/>
    <dgm:cxn modelId="{11796540-0142-4614-82B6-02FB25B3F9DB}" srcId="{C20CFF27-1621-4DE0-B634-9408756D4629}" destId="{D42384BB-2839-49A7-A6D1-385BBD9B3651}" srcOrd="0" destOrd="0" parTransId="{E95DAF1A-D0A9-4A96-B8D2-9C39EF2E5ACB}" sibTransId="{606F57C5-0ABB-4165-8B75-7A6483A91CED}"/>
    <dgm:cxn modelId="{98247343-767D-438B-8828-D89CD26608B2}" srcId="{C20CFF27-1621-4DE0-B634-9408756D4629}" destId="{4231B84E-748A-4318-A38C-6382BADA53BB}" srcOrd="1" destOrd="0" parTransId="{4000A445-1DC9-4D41-B4F7-D8E462012CD5}" sibTransId="{09676BA9-F5BD-4436-97FD-68A239169D72}"/>
    <dgm:cxn modelId="{53F1386B-5B0B-244B-B171-98BB99B8ED22}" type="presOf" srcId="{D42384BB-2839-49A7-A6D1-385BBD9B3651}" destId="{D8A4F659-FB86-AB48-9134-3A576C9D5413}" srcOrd="0" destOrd="0" presId="urn:microsoft.com/office/officeart/2005/8/layout/vList2"/>
    <dgm:cxn modelId="{D2A5089B-4498-8040-A99C-3AD9695CC323}" type="presOf" srcId="{4F96B258-621C-41C6-AF18-199B5FD6E6CC}" destId="{16853823-B019-AF42-BAD9-638ED071AC89}" srcOrd="0" destOrd="0" presId="urn:microsoft.com/office/officeart/2005/8/layout/vList2"/>
    <dgm:cxn modelId="{611D3AC1-4345-C140-A4F6-F7F7F6B05AAB}" type="presOf" srcId="{C20CFF27-1621-4DE0-B634-9408756D4629}" destId="{C704D6AA-F432-824E-B566-A155E55EBE94}" srcOrd="0" destOrd="0" presId="urn:microsoft.com/office/officeart/2005/8/layout/vList2"/>
    <dgm:cxn modelId="{B87CF6FA-EB08-864A-A034-1CEEF6B4EF20}" type="presOf" srcId="{4231B84E-748A-4318-A38C-6382BADA53BB}" destId="{DEB212AE-0070-2447-A6D4-6E5753EB6487}" srcOrd="0" destOrd="0" presId="urn:microsoft.com/office/officeart/2005/8/layout/vList2"/>
    <dgm:cxn modelId="{262F0259-C2CF-514A-9CDB-7EC3CA47A789}" type="presParOf" srcId="{C704D6AA-F432-824E-B566-A155E55EBE94}" destId="{D8A4F659-FB86-AB48-9134-3A576C9D5413}" srcOrd="0" destOrd="0" presId="urn:microsoft.com/office/officeart/2005/8/layout/vList2"/>
    <dgm:cxn modelId="{30508698-A685-7C49-A8B8-DFDD4B2AFC91}" type="presParOf" srcId="{C704D6AA-F432-824E-B566-A155E55EBE94}" destId="{84D6136B-99FD-9B48-B75B-04725461D6AE}" srcOrd="1" destOrd="0" presId="urn:microsoft.com/office/officeart/2005/8/layout/vList2"/>
    <dgm:cxn modelId="{D83A9E5B-E06B-EE4D-BDF2-11FFADD77831}" type="presParOf" srcId="{C704D6AA-F432-824E-B566-A155E55EBE94}" destId="{DEB212AE-0070-2447-A6D4-6E5753EB6487}" srcOrd="2" destOrd="0" presId="urn:microsoft.com/office/officeart/2005/8/layout/vList2"/>
    <dgm:cxn modelId="{1472FC02-ED21-164F-AB5B-B36D1698A14A}" type="presParOf" srcId="{C704D6AA-F432-824E-B566-A155E55EBE94}" destId="{78417FFB-A4AB-DB49-A4C0-8F3F965D968C}" srcOrd="3" destOrd="0" presId="urn:microsoft.com/office/officeart/2005/8/layout/vList2"/>
    <dgm:cxn modelId="{220B46D7-A074-3246-9EBF-D76FA4A82E69}" type="presParOf" srcId="{C704D6AA-F432-824E-B566-A155E55EBE94}" destId="{16853823-B019-AF42-BAD9-638ED071AC8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4157DC0-F803-4164-8F97-5CD1B9CC12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7FF8DA-9D9A-48C2-972E-E9BC7C3BB793}">
      <dgm:prSet/>
      <dgm:spPr/>
      <dgm:t>
        <a:bodyPr/>
        <a:lstStyle/>
        <a:p>
          <a:r>
            <a:rPr lang="tr-TR"/>
            <a:t>The system user interface was developed using Python Tkinter.</a:t>
          </a:r>
          <a:endParaRPr lang="en-US"/>
        </a:p>
      </dgm:t>
    </dgm:pt>
    <dgm:pt modelId="{C58E2927-0AF2-449F-9230-5BD9DF5D94E4}" type="parTrans" cxnId="{B82B76ED-19A7-4952-9D98-5881974E29B1}">
      <dgm:prSet/>
      <dgm:spPr/>
      <dgm:t>
        <a:bodyPr/>
        <a:lstStyle/>
        <a:p>
          <a:endParaRPr lang="en-US"/>
        </a:p>
      </dgm:t>
    </dgm:pt>
    <dgm:pt modelId="{527AE561-423A-41E1-8ECF-ED771A8F8D50}" type="sibTrans" cxnId="{B82B76ED-19A7-4952-9D98-5881974E29B1}">
      <dgm:prSet/>
      <dgm:spPr/>
      <dgm:t>
        <a:bodyPr/>
        <a:lstStyle/>
        <a:p>
          <a:endParaRPr lang="en-US"/>
        </a:p>
      </dgm:t>
    </dgm:pt>
    <dgm:pt modelId="{131F9503-926D-4377-BBC6-328DCEA676FD}">
      <dgm:prSet/>
      <dgm:spPr/>
      <dgm:t>
        <a:bodyPr/>
        <a:lstStyle/>
        <a:p>
          <a:r>
            <a:rPr lang="tr-TR"/>
            <a:t>It displays patient data in real time, categorized according to risk levels.</a:t>
          </a:r>
          <a:endParaRPr lang="en-US"/>
        </a:p>
      </dgm:t>
    </dgm:pt>
    <dgm:pt modelId="{8C39343B-BD32-4BCD-B390-F7513F24C322}" type="parTrans" cxnId="{7FC3B984-772A-4E31-9992-DEF3C3FBC1C6}">
      <dgm:prSet/>
      <dgm:spPr/>
      <dgm:t>
        <a:bodyPr/>
        <a:lstStyle/>
        <a:p>
          <a:endParaRPr lang="en-US"/>
        </a:p>
      </dgm:t>
    </dgm:pt>
    <dgm:pt modelId="{DC0E5C08-7006-47EF-8914-686A70C845DC}" type="sibTrans" cxnId="{7FC3B984-772A-4E31-9992-DEF3C3FBC1C6}">
      <dgm:prSet/>
      <dgm:spPr/>
      <dgm:t>
        <a:bodyPr/>
        <a:lstStyle/>
        <a:p>
          <a:endParaRPr lang="en-US"/>
        </a:p>
      </dgm:t>
    </dgm:pt>
    <dgm:pt modelId="{582A5C13-1BCA-4FDA-9440-CA336C192D38}">
      <dgm:prSet/>
      <dgm:spPr/>
      <dgm:t>
        <a:bodyPr/>
        <a:lstStyle/>
        <a:p>
          <a:r>
            <a:rPr lang="tr-TR"/>
            <a:t>Color coding allows staff to quickly interpret and identify information.</a:t>
          </a:r>
          <a:endParaRPr lang="en-US"/>
        </a:p>
      </dgm:t>
    </dgm:pt>
    <dgm:pt modelId="{E07EA1B3-F760-4676-A6A9-2AE088DC5BC7}" type="parTrans" cxnId="{1DEE33B0-A1AA-4F2A-85AD-C701399535B8}">
      <dgm:prSet/>
      <dgm:spPr/>
      <dgm:t>
        <a:bodyPr/>
        <a:lstStyle/>
        <a:p>
          <a:endParaRPr lang="en-US"/>
        </a:p>
      </dgm:t>
    </dgm:pt>
    <dgm:pt modelId="{E8461CE6-9175-4AA8-90DB-304C84A93817}" type="sibTrans" cxnId="{1DEE33B0-A1AA-4F2A-85AD-C701399535B8}">
      <dgm:prSet/>
      <dgm:spPr/>
      <dgm:t>
        <a:bodyPr/>
        <a:lstStyle/>
        <a:p>
          <a:endParaRPr lang="en-US"/>
        </a:p>
      </dgm:t>
    </dgm:pt>
    <dgm:pt modelId="{FAAD803C-1672-40DE-9BEF-1FC3CAABC30B}" type="pres">
      <dgm:prSet presAssocID="{64157DC0-F803-4164-8F97-5CD1B9CC12B9}" presName="root" presStyleCnt="0">
        <dgm:presLayoutVars>
          <dgm:dir/>
          <dgm:resizeHandles val="exact"/>
        </dgm:presLayoutVars>
      </dgm:prSet>
      <dgm:spPr/>
    </dgm:pt>
    <dgm:pt modelId="{0DFB589F-930D-4B13-B2FA-B0FDC31636FE}" type="pres">
      <dgm:prSet presAssocID="{0C7FF8DA-9D9A-48C2-972E-E9BC7C3BB793}" presName="compNode" presStyleCnt="0"/>
      <dgm:spPr/>
    </dgm:pt>
    <dgm:pt modelId="{72704B66-C23A-4B14-87E5-38B5B904C1BE}" type="pres">
      <dgm:prSet presAssocID="{0C7FF8DA-9D9A-48C2-972E-E9BC7C3BB793}" presName="bgRect" presStyleLbl="bgShp" presStyleIdx="0" presStyleCnt="3"/>
      <dgm:spPr/>
    </dgm:pt>
    <dgm:pt modelId="{769D6F2B-3227-4D62-8C4E-8933802B4681}" type="pres">
      <dgm:prSet presAssocID="{0C7FF8DA-9D9A-48C2-972E-E9BC7C3BB7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cı"/>
        </a:ext>
      </dgm:extLst>
    </dgm:pt>
    <dgm:pt modelId="{659D1B02-E903-4FAA-81A4-41ABF0AB2B5B}" type="pres">
      <dgm:prSet presAssocID="{0C7FF8DA-9D9A-48C2-972E-E9BC7C3BB793}" presName="spaceRect" presStyleCnt="0"/>
      <dgm:spPr/>
    </dgm:pt>
    <dgm:pt modelId="{62784EBC-F945-434C-92A6-59DB8958887B}" type="pres">
      <dgm:prSet presAssocID="{0C7FF8DA-9D9A-48C2-972E-E9BC7C3BB793}" presName="parTx" presStyleLbl="revTx" presStyleIdx="0" presStyleCnt="3">
        <dgm:presLayoutVars>
          <dgm:chMax val="0"/>
          <dgm:chPref val="0"/>
        </dgm:presLayoutVars>
      </dgm:prSet>
      <dgm:spPr/>
    </dgm:pt>
    <dgm:pt modelId="{512A7601-8650-4D56-B4DA-FF417D955A2D}" type="pres">
      <dgm:prSet presAssocID="{527AE561-423A-41E1-8ECF-ED771A8F8D50}" presName="sibTrans" presStyleCnt="0"/>
      <dgm:spPr/>
    </dgm:pt>
    <dgm:pt modelId="{96A03235-8322-4979-996F-0DE295A62937}" type="pres">
      <dgm:prSet presAssocID="{131F9503-926D-4377-BBC6-328DCEA676FD}" presName="compNode" presStyleCnt="0"/>
      <dgm:spPr/>
    </dgm:pt>
    <dgm:pt modelId="{E4950FC3-51F7-46AB-B56F-A01FE220C12E}" type="pres">
      <dgm:prSet presAssocID="{131F9503-926D-4377-BBC6-328DCEA676FD}" presName="bgRect" presStyleLbl="bgShp" presStyleIdx="1" presStyleCnt="3"/>
      <dgm:spPr/>
    </dgm:pt>
    <dgm:pt modelId="{4C57BA40-D6C6-49BA-A589-FA2CFB972793}" type="pres">
      <dgm:prSet presAssocID="{131F9503-926D-4377-BBC6-328DCEA676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tor"/>
        </a:ext>
      </dgm:extLst>
    </dgm:pt>
    <dgm:pt modelId="{5841C4D0-1909-433F-A204-C7C6C1EE80EE}" type="pres">
      <dgm:prSet presAssocID="{131F9503-926D-4377-BBC6-328DCEA676FD}" presName="spaceRect" presStyleCnt="0"/>
      <dgm:spPr/>
    </dgm:pt>
    <dgm:pt modelId="{4ADB2321-BDEA-4F60-A02A-DB6F8B0DC382}" type="pres">
      <dgm:prSet presAssocID="{131F9503-926D-4377-BBC6-328DCEA676FD}" presName="parTx" presStyleLbl="revTx" presStyleIdx="1" presStyleCnt="3">
        <dgm:presLayoutVars>
          <dgm:chMax val="0"/>
          <dgm:chPref val="0"/>
        </dgm:presLayoutVars>
      </dgm:prSet>
      <dgm:spPr/>
    </dgm:pt>
    <dgm:pt modelId="{FB031178-8426-4C88-9A65-1ED152A9AF5D}" type="pres">
      <dgm:prSet presAssocID="{DC0E5C08-7006-47EF-8914-686A70C845DC}" presName="sibTrans" presStyleCnt="0"/>
      <dgm:spPr/>
    </dgm:pt>
    <dgm:pt modelId="{201F94C6-9264-4396-B8EE-31ED1E4A94E8}" type="pres">
      <dgm:prSet presAssocID="{582A5C13-1BCA-4FDA-9440-CA336C192D38}" presName="compNode" presStyleCnt="0"/>
      <dgm:spPr/>
    </dgm:pt>
    <dgm:pt modelId="{7BA99BBF-3544-45FF-BCCC-4646D782F6DA}" type="pres">
      <dgm:prSet presAssocID="{582A5C13-1BCA-4FDA-9440-CA336C192D38}" presName="bgRect" presStyleLbl="bgShp" presStyleIdx="2" presStyleCnt="3"/>
      <dgm:spPr/>
    </dgm:pt>
    <dgm:pt modelId="{7C9D48B8-D486-4840-8C03-F255A77B7774}" type="pres">
      <dgm:prSet presAssocID="{582A5C13-1BCA-4FDA-9440-CA336C192D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610FF851-F6D6-41E7-9815-A31FEE5E582D}" type="pres">
      <dgm:prSet presAssocID="{582A5C13-1BCA-4FDA-9440-CA336C192D38}" presName="spaceRect" presStyleCnt="0"/>
      <dgm:spPr/>
    </dgm:pt>
    <dgm:pt modelId="{7A3B6623-21DA-4705-B78B-C7EEBA77D11D}" type="pres">
      <dgm:prSet presAssocID="{582A5C13-1BCA-4FDA-9440-CA336C192D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1290B1D-D9EF-44F5-BD92-46F68E369702}" type="presOf" srcId="{64157DC0-F803-4164-8F97-5CD1B9CC12B9}" destId="{FAAD803C-1672-40DE-9BEF-1FC3CAABC30B}" srcOrd="0" destOrd="0" presId="urn:microsoft.com/office/officeart/2018/2/layout/IconVerticalSolidList"/>
    <dgm:cxn modelId="{6FDD015D-05D5-41F4-89C7-DEFEFCC1A26A}" type="presOf" srcId="{131F9503-926D-4377-BBC6-328DCEA676FD}" destId="{4ADB2321-BDEA-4F60-A02A-DB6F8B0DC382}" srcOrd="0" destOrd="0" presId="urn:microsoft.com/office/officeart/2018/2/layout/IconVerticalSolidList"/>
    <dgm:cxn modelId="{0084D669-D7BA-470F-9929-6881CC1D641F}" type="presOf" srcId="{582A5C13-1BCA-4FDA-9440-CA336C192D38}" destId="{7A3B6623-21DA-4705-B78B-C7EEBA77D11D}" srcOrd="0" destOrd="0" presId="urn:microsoft.com/office/officeart/2018/2/layout/IconVerticalSolidList"/>
    <dgm:cxn modelId="{7FC3B984-772A-4E31-9992-DEF3C3FBC1C6}" srcId="{64157DC0-F803-4164-8F97-5CD1B9CC12B9}" destId="{131F9503-926D-4377-BBC6-328DCEA676FD}" srcOrd="1" destOrd="0" parTransId="{8C39343B-BD32-4BCD-B390-F7513F24C322}" sibTransId="{DC0E5C08-7006-47EF-8914-686A70C845DC}"/>
    <dgm:cxn modelId="{8C82C0A7-4780-48B0-99C5-90C699874937}" type="presOf" srcId="{0C7FF8DA-9D9A-48C2-972E-E9BC7C3BB793}" destId="{62784EBC-F945-434C-92A6-59DB8958887B}" srcOrd="0" destOrd="0" presId="urn:microsoft.com/office/officeart/2018/2/layout/IconVerticalSolidList"/>
    <dgm:cxn modelId="{1DEE33B0-A1AA-4F2A-85AD-C701399535B8}" srcId="{64157DC0-F803-4164-8F97-5CD1B9CC12B9}" destId="{582A5C13-1BCA-4FDA-9440-CA336C192D38}" srcOrd="2" destOrd="0" parTransId="{E07EA1B3-F760-4676-A6A9-2AE088DC5BC7}" sibTransId="{E8461CE6-9175-4AA8-90DB-304C84A93817}"/>
    <dgm:cxn modelId="{B82B76ED-19A7-4952-9D98-5881974E29B1}" srcId="{64157DC0-F803-4164-8F97-5CD1B9CC12B9}" destId="{0C7FF8DA-9D9A-48C2-972E-E9BC7C3BB793}" srcOrd="0" destOrd="0" parTransId="{C58E2927-0AF2-449F-9230-5BD9DF5D94E4}" sibTransId="{527AE561-423A-41E1-8ECF-ED771A8F8D50}"/>
    <dgm:cxn modelId="{1C04AC47-27BE-481C-9DB1-6020521E6CBA}" type="presParOf" srcId="{FAAD803C-1672-40DE-9BEF-1FC3CAABC30B}" destId="{0DFB589F-930D-4B13-B2FA-B0FDC31636FE}" srcOrd="0" destOrd="0" presId="urn:microsoft.com/office/officeart/2018/2/layout/IconVerticalSolidList"/>
    <dgm:cxn modelId="{BC960118-CEA9-4858-9D53-8566E74778F7}" type="presParOf" srcId="{0DFB589F-930D-4B13-B2FA-B0FDC31636FE}" destId="{72704B66-C23A-4B14-87E5-38B5B904C1BE}" srcOrd="0" destOrd="0" presId="urn:microsoft.com/office/officeart/2018/2/layout/IconVerticalSolidList"/>
    <dgm:cxn modelId="{ADAFFC6A-3F6F-4FD4-8105-F2CE8BA75114}" type="presParOf" srcId="{0DFB589F-930D-4B13-B2FA-B0FDC31636FE}" destId="{769D6F2B-3227-4D62-8C4E-8933802B4681}" srcOrd="1" destOrd="0" presId="urn:microsoft.com/office/officeart/2018/2/layout/IconVerticalSolidList"/>
    <dgm:cxn modelId="{53F5CCA9-3044-463F-8E1B-D53497735155}" type="presParOf" srcId="{0DFB589F-930D-4B13-B2FA-B0FDC31636FE}" destId="{659D1B02-E903-4FAA-81A4-41ABF0AB2B5B}" srcOrd="2" destOrd="0" presId="urn:microsoft.com/office/officeart/2018/2/layout/IconVerticalSolidList"/>
    <dgm:cxn modelId="{86F54A9A-2678-4BCB-9461-123EABE47F75}" type="presParOf" srcId="{0DFB589F-930D-4B13-B2FA-B0FDC31636FE}" destId="{62784EBC-F945-434C-92A6-59DB8958887B}" srcOrd="3" destOrd="0" presId="urn:microsoft.com/office/officeart/2018/2/layout/IconVerticalSolidList"/>
    <dgm:cxn modelId="{FD7E428A-330C-4DF8-9358-970ADA34032D}" type="presParOf" srcId="{FAAD803C-1672-40DE-9BEF-1FC3CAABC30B}" destId="{512A7601-8650-4D56-B4DA-FF417D955A2D}" srcOrd="1" destOrd="0" presId="urn:microsoft.com/office/officeart/2018/2/layout/IconVerticalSolidList"/>
    <dgm:cxn modelId="{F25E233E-DF48-469B-A623-64BA28347CA5}" type="presParOf" srcId="{FAAD803C-1672-40DE-9BEF-1FC3CAABC30B}" destId="{96A03235-8322-4979-996F-0DE295A62937}" srcOrd="2" destOrd="0" presId="urn:microsoft.com/office/officeart/2018/2/layout/IconVerticalSolidList"/>
    <dgm:cxn modelId="{5E8F4A75-E917-4351-BB4F-A47D60CDF48F}" type="presParOf" srcId="{96A03235-8322-4979-996F-0DE295A62937}" destId="{E4950FC3-51F7-46AB-B56F-A01FE220C12E}" srcOrd="0" destOrd="0" presId="urn:microsoft.com/office/officeart/2018/2/layout/IconVerticalSolidList"/>
    <dgm:cxn modelId="{5F3E4421-1788-4BE3-8849-B7BA0E21FC08}" type="presParOf" srcId="{96A03235-8322-4979-996F-0DE295A62937}" destId="{4C57BA40-D6C6-49BA-A589-FA2CFB972793}" srcOrd="1" destOrd="0" presId="urn:microsoft.com/office/officeart/2018/2/layout/IconVerticalSolidList"/>
    <dgm:cxn modelId="{FAB3FE9B-42D1-47DD-BABF-0B40C8A4EFE4}" type="presParOf" srcId="{96A03235-8322-4979-996F-0DE295A62937}" destId="{5841C4D0-1909-433F-A204-C7C6C1EE80EE}" srcOrd="2" destOrd="0" presId="urn:microsoft.com/office/officeart/2018/2/layout/IconVerticalSolidList"/>
    <dgm:cxn modelId="{1B73922C-AF45-4159-93E1-C3EBED908028}" type="presParOf" srcId="{96A03235-8322-4979-996F-0DE295A62937}" destId="{4ADB2321-BDEA-4F60-A02A-DB6F8B0DC382}" srcOrd="3" destOrd="0" presId="urn:microsoft.com/office/officeart/2018/2/layout/IconVerticalSolidList"/>
    <dgm:cxn modelId="{2A171C77-CDD3-4297-B8E5-C452A92ECFB3}" type="presParOf" srcId="{FAAD803C-1672-40DE-9BEF-1FC3CAABC30B}" destId="{FB031178-8426-4C88-9A65-1ED152A9AF5D}" srcOrd="3" destOrd="0" presId="urn:microsoft.com/office/officeart/2018/2/layout/IconVerticalSolidList"/>
    <dgm:cxn modelId="{321D8FD5-AFBA-45FF-B99C-F1E2AE3B1A9C}" type="presParOf" srcId="{FAAD803C-1672-40DE-9BEF-1FC3CAABC30B}" destId="{201F94C6-9264-4396-B8EE-31ED1E4A94E8}" srcOrd="4" destOrd="0" presId="urn:microsoft.com/office/officeart/2018/2/layout/IconVerticalSolidList"/>
    <dgm:cxn modelId="{E606A4EB-E95D-4CFB-A774-BBA0D9CBBBA8}" type="presParOf" srcId="{201F94C6-9264-4396-B8EE-31ED1E4A94E8}" destId="{7BA99BBF-3544-45FF-BCCC-4646D782F6DA}" srcOrd="0" destOrd="0" presId="urn:microsoft.com/office/officeart/2018/2/layout/IconVerticalSolidList"/>
    <dgm:cxn modelId="{EBF3CD68-4880-44BA-A29E-78616F21696C}" type="presParOf" srcId="{201F94C6-9264-4396-B8EE-31ED1E4A94E8}" destId="{7C9D48B8-D486-4840-8C03-F255A77B7774}" srcOrd="1" destOrd="0" presId="urn:microsoft.com/office/officeart/2018/2/layout/IconVerticalSolidList"/>
    <dgm:cxn modelId="{DA980F6D-2F88-42D1-A270-CE60F8C936F6}" type="presParOf" srcId="{201F94C6-9264-4396-B8EE-31ED1E4A94E8}" destId="{610FF851-F6D6-41E7-9815-A31FEE5E582D}" srcOrd="2" destOrd="0" presId="urn:microsoft.com/office/officeart/2018/2/layout/IconVerticalSolidList"/>
    <dgm:cxn modelId="{C817836C-B5A7-42D0-AFFC-1E14A52E4301}" type="presParOf" srcId="{201F94C6-9264-4396-B8EE-31ED1E4A94E8}" destId="{7A3B6623-21DA-4705-B78B-C7EEBA77D1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2D904D7-ADE6-4F56-9390-A5D48E19241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B14288-6187-4731-ADE0-EA78DBACDD62}">
      <dgm:prSet/>
      <dgm:spPr/>
      <dgm:t>
        <a:bodyPr/>
        <a:lstStyle/>
        <a:p>
          <a:r>
            <a:rPr lang="tr-TR"/>
            <a:t>In the next development phase, the patient's medical history will also be included in the system.</a:t>
          </a:r>
          <a:endParaRPr lang="en-US"/>
        </a:p>
      </dgm:t>
    </dgm:pt>
    <dgm:pt modelId="{1A3F4036-4BC0-45E6-9B1F-256B7D9BACBB}" type="parTrans" cxnId="{12752CC7-9C40-45C8-A8DD-4CAB41375A1B}">
      <dgm:prSet/>
      <dgm:spPr/>
      <dgm:t>
        <a:bodyPr/>
        <a:lstStyle/>
        <a:p>
          <a:endParaRPr lang="en-US"/>
        </a:p>
      </dgm:t>
    </dgm:pt>
    <dgm:pt modelId="{0D1EDE76-52C0-4E22-9C8F-489F8A0DFBA6}" type="sibTrans" cxnId="{12752CC7-9C40-45C8-A8DD-4CAB41375A1B}">
      <dgm:prSet/>
      <dgm:spPr/>
      <dgm:t>
        <a:bodyPr/>
        <a:lstStyle/>
        <a:p>
          <a:endParaRPr lang="en-US"/>
        </a:p>
      </dgm:t>
    </dgm:pt>
    <dgm:pt modelId="{274031E6-596D-4286-8840-534359B30DFC}">
      <dgm:prSet/>
      <dgm:spPr/>
      <dgm:t>
        <a:bodyPr/>
        <a:lstStyle/>
        <a:p>
          <a:r>
            <a:rPr lang="tr-TR"/>
            <a:t>Thresholds specific to the individual's condition will be used for more accurate assessment.</a:t>
          </a:r>
          <a:endParaRPr lang="en-US"/>
        </a:p>
      </dgm:t>
    </dgm:pt>
    <dgm:pt modelId="{282C3641-D0AC-4096-B116-33262A34D63F}" type="parTrans" cxnId="{EA1C2276-FEDC-43D7-939C-66186C1E4BEA}">
      <dgm:prSet/>
      <dgm:spPr/>
      <dgm:t>
        <a:bodyPr/>
        <a:lstStyle/>
        <a:p>
          <a:endParaRPr lang="en-US"/>
        </a:p>
      </dgm:t>
    </dgm:pt>
    <dgm:pt modelId="{5FEDF48B-C9C9-474E-BF89-3247FADF5A92}" type="sibTrans" cxnId="{EA1C2276-FEDC-43D7-939C-66186C1E4BEA}">
      <dgm:prSet/>
      <dgm:spPr/>
      <dgm:t>
        <a:bodyPr/>
        <a:lstStyle/>
        <a:p>
          <a:endParaRPr lang="en-US"/>
        </a:p>
      </dgm:t>
    </dgm:pt>
    <dgm:pt modelId="{24171EC7-D549-4A4E-8B6D-67CF350E9E8F}" type="pres">
      <dgm:prSet presAssocID="{C2D904D7-ADE6-4F56-9390-A5D48E19241F}" presName="outerComposite" presStyleCnt="0">
        <dgm:presLayoutVars>
          <dgm:chMax val="5"/>
          <dgm:dir/>
          <dgm:resizeHandles val="exact"/>
        </dgm:presLayoutVars>
      </dgm:prSet>
      <dgm:spPr/>
    </dgm:pt>
    <dgm:pt modelId="{F4CBDB5F-B34A-5347-9516-0CC2B38909C3}" type="pres">
      <dgm:prSet presAssocID="{C2D904D7-ADE6-4F56-9390-A5D48E19241F}" presName="dummyMaxCanvas" presStyleCnt="0">
        <dgm:presLayoutVars/>
      </dgm:prSet>
      <dgm:spPr/>
    </dgm:pt>
    <dgm:pt modelId="{1A4CE910-655A-5240-BC6A-62839B377C4A}" type="pres">
      <dgm:prSet presAssocID="{C2D904D7-ADE6-4F56-9390-A5D48E19241F}" presName="TwoNodes_1" presStyleLbl="node1" presStyleIdx="0" presStyleCnt="2">
        <dgm:presLayoutVars>
          <dgm:bulletEnabled val="1"/>
        </dgm:presLayoutVars>
      </dgm:prSet>
      <dgm:spPr/>
    </dgm:pt>
    <dgm:pt modelId="{C74B1A38-76D9-A447-BF7B-BD64733C7CA5}" type="pres">
      <dgm:prSet presAssocID="{C2D904D7-ADE6-4F56-9390-A5D48E19241F}" presName="TwoNodes_2" presStyleLbl="node1" presStyleIdx="1" presStyleCnt="2">
        <dgm:presLayoutVars>
          <dgm:bulletEnabled val="1"/>
        </dgm:presLayoutVars>
      </dgm:prSet>
      <dgm:spPr/>
    </dgm:pt>
    <dgm:pt modelId="{2F1F5150-4EA4-4F4B-8DDF-E2F5A23ECC92}" type="pres">
      <dgm:prSet presAssocID="{C2D904D7-ADE6-4F56-9390-A5D48E19241F}" presName="TwoConn_1-2" presStyleLbl="fgAccFollowNode1" presStyleIdx="0" presStyleCnt="1">
        <dgm:presLayoutVars>
          <dgm:bulletEnabled val="1"/>
        </dgm:presLayoutVars>
      </dgm:prSet>
      <dgm:spPr/>
    </dgm:pt>
    <dgm:pt modelId="{E4714300-FABF-FE4D-92A2-F85C3E51727E}" type="pres">
      <dgm:prSet presAssocID="{C2D904D7-ADE6-4F56-9390-A5D48E19241F}" presName="TwoNodes_1_text" presStyleLbl="node1" presStyleIdx="1" presStyleCnt="2">
        <dgm:presLayoutVars>
          <dgm:bulletEnabled val="1"/>
        </dgm:presLayoutVars>
      </dgm:prSet>
      <dgm:spPr/>
    </dgm:pt>
    <dgm:pt modelId="{7D144425-AD1E-E543-8F58-60F2722BF3C8}" type="pres">
      <dgm:prSet presAssocID="{C2D904D7-ADE6-4F56-9390-A5D48E19241F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9BED9F32-C22F-084A-AD30-73D8C9897934}" type="presOf" srcId="{274031E6-596D-4286-8840-534359B30DFC}" destId="{C74B1A38-76D9-A447-BF7B-BD64733C7CA5}" srcOrd="0" destOrd="0" presId="urn:microsoft.com/office/officeart/2005/8/layout/vProcess5"/>
    <dgm:cxn modelId="{FF3D823A-61D4-9048-8EFB-36E3A96D98C4}" type="presOf" srcId="{3FB14288-6187-4731-ADE0-EA78DBACDD62}" destId="{E4714300-FABF-FE4D-92A2-F85C3E51727E}" srcOrd="1" destOrd="0" presId="urn:microsoft.com/office/officeart/2005/8/layout/vProcess5"/>
    <dgm:cxn modelId="{F3A28757-45FE-F948-B283-C4BAB6A3FC64}" type="presOf" srcId="{0D1EDE76-52C0-4E22-9C8F-489F8A0DFBA6}" destId="{2F1F5150-4EA4-4F4B-8DDF-E2F5A23ECC92}" srcOrd="0" destOrd="0" presId="urn:microsoft.com/office/officeart/2005/8/layout/vProcess5"/>
    <dgm:cxn modelId="{EA1C2276-FEDC-43D7-939C-66186C1E4BEA}" srcId="{C2D904D7-ADE6-4F56-9390-A5D48E19241F}" destId="{274031E6-596D-4286-8840-534359B30DFC}" srcOrd="1" destOrd="0" parTransId="{282C3641-D0AC-4096-B116-33262A34D63F}" sibTransId="{5FEDF48B-C9C9-474E-BF89-3247FADF5A92}"/>
    <dgm:cxn modelId="{3DBC337F-53D2-3E49-A509-DAA4E916BCB9}" type="presOf" srcId="{C2D904D7-ADE6-4F56-9390-A5D48E19241F}" destId="{24171EC7-D549-4A4E-8B6D-67CF350E9E8F}" srcOrd="0" destOrd="0" presId="urn:microsoft.com/office/officeart/2005/8/layout/vProcess5"/>
    <dgm:cxn modelId="{3ABFE9A2-0652-C841-838B-AC11E3CCE4A7}" type="presOf" srcId="{274031E6-596D-4286-8840-534359B30DFC}" destId="{7D144425-AD1E-E543-8F58-60F2722BF3C8}" srcOrd="1" destOrd="0" presId="urn:microsoft.com/office/officeart/2005/8/layout/vProcess5"/>
    <dgm:cxn modelId="{12752CC7-9C40-45C8-A8DD-4CAB41375A1B}" srcId="{C2D904D7-ADE6-4F56-9390-A5D48E19241F}" destId="{3FB14288-6187-4731-ADE0-EA78DBACDD62}" srcOrd="0" destOrd="0" parTransId="{1A3F4036-4BC0-45E6-9B1F-256B7D9BACBB}" sibTransId="{0D1EDE76-52C0-4E22-9C8F-489F8A0DFBA6}"/>
    <dgm:cxn modelId="{789FA8E2-877B-FD40-A783-DF02D67ED9A6}" type="presOf" srcId="{3FB14288-6187-4731-ADE0-EA78DBACDD62}" destId="{1A4CE910-655A-5240-BC6A-62839B377C4A}" srcOrd="0" destOrd="0" presId="urn:microsoft.com/office/officeart/2005/8/layout/vProcess5"/>
    <dgm:cxn modelId="{B4664C95-B2F1-3F4D-A7B4-9780C7D2D170}" type="presParOf" srcId="{24171EC7-D549-4A4E-8B6D-67CF350E9E8F}" destId="{F4CBDB5F-B34A-5347-9516-0CC2B38909C3}" srcOrd="0" destOrd="0" presId="urn:microsoft.com/office/officeart/2005/8/layout/vProcess5"/>
    <dgm:cxn modelId="{8134E289-3549-4C47-A40F-C6CD0D8FFEA3}" type="presParOf" srcId="{24171EC7-D549-4A4E-8B6D-67CF350E9E8F}" destId="{1A4CE910-655A-5240-BC6A-62839B377C4A}" srcOrd="1" destOrd="0" presId="urn:microsoft.com/office/officeart/2005/8/layout/vProcess5"/>
    <dgm:cxn modelId="{BC544495-11A0-F641-BC76-0F27B209DD57}" type="presParOf" srcId="{24171EC7-D549-4A4E-8B6D-67CF350E9E8F}" destId="{C74B1A38-76D9-A447-BF7B-BD64733C7CA5}" srcOrd="2" destOrd="0" presId="urn:microsoft.com/office/officeart/2005/8/layout/vProcess5"/>
    <dgm:cxn modelId="{975E0DE8-B39E-6E40-AFAA-2C0E0B7A8EC8}" type="presParOf" srcId="{24171EC7-D549-4A4E-8B6D-67CF350E9E8F}" destId="{2F1F5150-4EA4-4F4B-8DDF-E2F5A23ECC92}" srcOrd="3" destOrd="0" presId="urn:microsoft.com/office/officeart/2005/8/layout/vProcess5"/>
    <dgm:cxn modelId="{3C4D08D3-D8E9-4849-AEEF-4C6F99CCE8F6}" type="presParOf" srcId="{24171EC7-D549-4A4E-8B6D-67CF350E9E8F}" destId="{E4714300-FABF-FE4D-92A2-F85C3E51727E}" srcOrd="4" destOrd="0" presId="urn:microsoft.com/office/officeart/2005/8/layout/vProcess5"/>
    <dgm:cxn modelId="{CA73D7CF-A570-B546-8673-F357DFD8DB08}" type="presParOf" srcId="{24171EC7-D549-4A4E-8B6D-67CF350E9E8F}" destId="{7D144425-AD1E-E543-8F58-60F2722BF3C8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C1CDF26-205E-4362-8685-B7BF0E8080C8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10F9DF7-C73D-463E-9E42-AAA20C19DB8B}">
      <dgm:prSet/>
      <dgm:spPr/>
      <dgm:t>
        <a:bodyPr/>
        <a:lstStyle/>
        <a:p>
          <a:r>
            <a:rPr lang="tr-TR"/>
            <a:t>The system will perform a personalized risk assessment.</a:t>
          </a:r>
          <a:endParaRPr lang="en-US"/>
        </a:p>
      </dgm:t>
    </dgm:pt>
    <dgm:pt modelId="{B48CA983-346E-474D-8DD4-1B2109BD2BB4}" type="parTrans" cxnId="{B5B33710-118E-4689-920F-2C6E006F7A93}">
      <dgm:prSet/>
      <dgm:spPr/>
      <dgm:t>
        <a:bodyPr/>
        <a:lstStyle/>
        <a:p>
          <a:endParaRPr lang="en-US"/>
        </a:p>
      </dgm:t>
    </dgm:pt>
    <dgm:pt modelId="{1DFDE51C-C23E-43B5-9DC3-24E5BE2DB7A7}" type="sibTrans" cxnId="{B5B33710-118E-4689-920F-2C6E006F7A93}">
      <dgm:prSet/>
      <dgm:spPr/>
      <dgm:t>
        <a:bodyPr/>
        <a:lstStyle/>
        <a:p>
          <a:endParaRPr lang="en-US"/>
        </a:p>
      </dgm:t>
    </dgm:pt>
    <dgm:pt modelId="{51D05D8C-B29B-4B9A-A5BC-E79300341771}">
      <dgm:prSet/>
      <dgm:spPr/>
      <dgm:t>
        <a:bodyPr/>
        <a:lstStyle/>
        <a:p>
          <a:r>
            <a:rPr lang="tr-TR"/>
            <a:t>It will not only identify risks but also explain their causes.</a:t>
          </a:r>
          <a:endParaRPr lang="en-US"/>
        </a:p>
      </dgm:t>
    </dgm:pt>
    <dgm:pt modelId="{65084A60-7096-439D-8930-F4101B6118BF}" type="parTrans" cxnId="{45F0CA00-5DD2-4B51-99F5-3B1945768446}">
      <dgm:prSet/>
      <dgm:spPr/>
      <dgm:t>
        <a:bodyPr/>
        <a:lstStyle/>
        <a:p>
          <a:endParaRPr lang="en-US"/>
        </a:p>
      </dgm:t>
    </dgm:pt>
    <dgm:pt modelId="{0A3FA961-C2AD-44A4-8943-B4F3C64D45A2}" type="sibTrans" cxnId="{45F0CA00-5DD2-4B51-99F5-3B1945768446}">
      <dgm:prSet/>
      <dgm:spPr/>
      <dgm:t>
        <a:bodyPr/>
        <a:lstStyle/>
        <a:p>
          <a:endParaRPr lang="en-US"/>
        </a:p>
      </dgm:t>
    </dgm:pt>
    <dgm:pt modelId="{3335AFD7-A914-4364-BE9D-AB794C0E0CCD}">
      <dgm:prSet/>
      <dgm:spPr/>
      <dgm:t>
        <a:bodyPr/>
        <a:lstStyle/>
        <a:p>
          <a:r>
            <a:rPr lang="tr-TR"/>
            <a:t>With this study, we aim to increase safety and usability in a clinical setting.</a:t>
          </a:r>
          <a:endParaRPr lang="en-US"/>
        </a:p>
      </dgm:t>
    </dgm:pt>
    <dgm:pt modelId="{E4EF7175-DA89-4844-B9CE-70A4412091CE}" type="parTrans" cxnId="{57E166E7-E22F-4A4F-83ED-CF855EBD4D36}">
      <dgm:prSet/>
      <dgm:spPr/>
      <dgm:t>
        <a:bodyPr/>
        <a:lstStyle/>
        <a:p>
          <a:endParaRPr lang="en-US"/>
        </a:p>
      </dgm:t>
    </dgm:pt>
    <dgm:pt modelId="{C0F4C144-526B-4989-A91B-411ADA69B10A}" type="sibTrans" cxnId="{57E166E7-E22F-4A4F-83ED-CF855EBD4D36}">
      <dgm:prSet/>
      <dgm:spPr/>
      <dgm:t>
        <a:bodyPr/>
        <a:lstStyle/>
        <a:p>
          <a:endParaRPr lang="en-US"/>
        </a:p>
      </dgm:t>
    </dgm:pt>
    <dgm:pt modelId="{5AFA2B49-E55A-7640-9665-7AF4F8181C59}" type="pres">
      <dgm:prSet presAssocID="{9C1CDF26-205E-4362-8685-B7BF0E8080C8}" presName="diagram" presStyleCnt="0">
        <dgm:presLayoutVars>
          <dgm:dir/>
          <dgm:resizeHandles val="exact"/>
        </dgm:presLayoutVars>
      </dgm:prSet>
      <dgm:spPr/>
    </dgm:pt>
    <dgm:pt modelId="{F91699C2-84F1-4445-9616-A04F1CC7806D}" type="pres">
      <dgm:prSet presAssocID="{410F9DF7-C73D-463E-9E42-AAA20C19DB8B}" presName="node" presStyleLbl="node1" presStyleIdx="0" presStyleCnt="3">
        <dgm:presLayoutVars>
          <dgm:bulletEnabled val="1"/>
        </dgm:presLayoutVars>
      </dgm:prSet>
      <dgm:spPr/>
    </dgm:pt>
    <dgm:pt modelId="{EDB76271-2D35-184E-8A21-A216C42BC16E}" type="pres">
      <dgm:prSet presAssocID="{1DFDE51C-C23E-43B5-9DC3-24E5BE2DB7A7}" presName="sibTrans" presStyleLbl="sibTrans2D1" presStyleIdx="0" presStyleCnt="2"/>
      <dgm:spPr/>
    </dgm:pt>
    <dgm:pt modelId="{EB3AEA9C-82EE-8B4A-81DF-87C751CF1FE1}" type="pres">
      <dgm:prSet presAssocID="{1DFDE51C-C23E-43B5-9DC3-24E5BE2DB7A7}" presName="connectorText" presStyleLbl="sibTrans2D1" presStyleIdx="0" presStyleCnt="2"/>
      <dgm:spPr/>
    </dgm:pt>
    <dgm:pt modelId="{8FF0820D-CCDA-CC4C-80A5-94D0DD678725}" type="pres">
      <dgm:prSet presAssocID="{51D05D8C-B29B-4B9A-A5BC-E79300341771}" presName="node" presStyleLbl="node1" presStyleIdx="1" presStyleCnt="3">
        <dgm:presLayoutVars>
          <dgm:bulletEnabled val="1"/>
        </dgm:presLayoutVars>
      </dgm:prSet>
      <dgm:spPr/>
    </dgm:pt>
    <dgm:pt modelId="{559B5814-A60E-CB4E-BFCF-E3D7D9B944A6}" type="pres">
      <dgm:prSet presAssocID="{0A3FA961-C2AD-44A4-8943-B4F3C64D45A2}" presName="sibTrans" presStyleLbl="sibTrans2D1" presStyleIdx="1" presStyleCnt="2"/>
      <dgm:spPr/>
    </dgm:pt>
    <dgm:pt modelId="{3A12BABE-23FD-F142-A64A-E642BA1B4387}" type="pres">
      <dgm:prSet presAssocID="{0A3FA961-C2AD-44A4-8943-B4F3C64D45A2}" presName="connectorText" presStyleLbl="sibTrans2D1" presStyleIdx="1" presStyleCnt="2"/>
      <dgm:spPr/>
    </dgm:pt>
    <dgm:pt modelId="{587040D2-D1D9-C145-B284-6786C602D87F}" type="pres">
      <dgm:prSet presAssocID="{3335AFD7-A914-4364-BE9D-AB794C0E0CCD}" presName="node" presStyleLbl="node1" presStyleIdx="2" presStyleCnt="3">
        <dgm:presLayoutVars>
          <dgm:bulletEnabled val="1"/>
        </dgm:presLayoutVars>
      </dgm:prSet>
      <dgm:spPr/>
    </dgm:pt>
  </dgm:ptLst>
  <dgm:cxnLst>
    <dgm:cxn modelId="{45F0CA00-5DD2-4B51-99F5-3B1945768446}" srcId="{9C1CDF26-205E-4362-8685-B7BF0E8080C8}" destId="{51D05D8C-B29B-4B9A-A5BC-E79300341771}" srcOrd="1" destOrd="0" parTransId="{65084A60-7096-439D-8930-F4101B6118BF}" sibTransId="{0A3FA961-C2AD-44A4-8943-B4F3C64D45A2}"/>
    <dgm:cxn modelId="{B5B33710-118E-4689-920F-2C6E006F7A93}" srcId="{9C1CDF26-205E-4362-8685-B7BF0E8080C8}" destId="{410F9DF7-C73D-463E-9E42-AAA20C19DB8B}" srcOrd="0" destOrd="0" parTransId="{B48CA983-346E-474D-8DD4-1B2109BD2BB4}" sibTransId="{1DFDE51C-C23E-43B5-9DC3-24E5BE2DB7A7}"/>
    <dgm:cxn modelId="{059B6D33-B840-EE40-99D3-5398CC60B8B5}" type="presOf" srcId="{51D05D8C-B29B-4B9A-A5BC-E79300341771}" destId="{8FF0820D-CCDA-CC4C-80A5-94D0DD678725}" srcOrd="0" destOrd="0" presId="urn:microsoft.com/office/officeart/2005/8/layout/process5"/>
    <dgm:cxn modelId="{B5EB053D-77E3-B647-B284-870CB7AE0F03}" type="presOf" srcId="{9C1CDF26-205E-4362-8685-B7BF0E8080C8}" destId="{5AFA2B49-E55A-7640-9665-7AF4F8181C59}" srcOrd="0" destOrd="0" presId="urn:microsoft.com/office/officeart/2005/8/layout/process5"/>
    <dgm:cxn modelId="{C1666146-F161-314E-BBCA-AD6EFB9D9605}" type="presOf" srcId="{410F9DF7-C73D-463E-9E42-AAA20C19DB8B}" destId="{F91699C2-84F1-4445-9616-A04F1CC7806D}" srcOrd="0" destOrd="0" presId="urn:microsoft.com/office/officeart/2005/8/layout/process5"/>
    <dgm:cxn modelId="{2FFF456D-1093-2D42-A5D1-EC0E031A1878}" type="presOf" srcId="{1DFDE51C-C23E-43B5-9DC3-24E5BE2DB7A7}" destId="{EB3AEA9C-82EE-8B4A-81DF-87C751CF1FE1}" srcOrd="1" destOrd="0" presId="urn:microsoft.com/office/officeart/2005/8/layout/process5"/>
    <dgm:cxn modelId="{1800D791-E1AF-4546-806C-62B731D25CF6}" type="presOf" srcId="{0A3FA961-C2AD-44A4-8943-B4F3C64D45A2}" destId="{3A12BABE-23FD-F142-A64A-E642BA1B4387}" srcOrd="1" destOrd="0" presId="urn:microsoft.com/office/officeart/2005/8/layout/process5"/>
    <dgm:cxn modelId="{C81FF3A4-FCEE-6B4B-B175-9358D6FFD022}" type="presOf" srcId="{0A3FA961-C2AD-44A4-8943-B4F3C64D45A2}" destId="{559B5814-A60E-CB4E-BFCF-E3D7D9B944A6}" srcOrd="0" destOrd="0" presId="urn:microsoft.com/office/officeart/2005/8/layout/process5"/>
    <dgm:cxn modelId="{C2528EC1-CB0A-FF47-9C01-F9F1A066856A}" type="presOf" srcId="{3335AFD7-A914-4364-BE9D-AB794C0E0CCD}" destId="{587040D2-D1D9-C145-B284-6786C602D87F}" srcOrd="0" destOrd="0" presId="urn:microsoft.com/office/officeart/2005/8/layout/process5"/>
    <dgm:cxn modelId="{57E166E7-E22F-4A4F-83ED-CF855EBD4D36}" srcId="{9C1CDF26-205E-4362-8685-B7BF0E8080C8}" destId="{3335AFD7-A914-4364-BE9D-AB794C0E0CCD}" srcOrd="2" destOrd="0" parTransId="{E4EF7175-DA89-4844-B9CE-70A4412091CE}" sibTransId="{C0F4C144-526B-4989-A91B-411ADA69B10A}"/>
    <dgm:cxn modelId="{A69B7FF4-47F7-AB45-BAD5-F85B94FED465}" type="presOf" srcId="{1DFDE51C-C23E-43B5-9DC3-24E5BE2DB7A7}" destId="{EDB76271-2D35-184E-8A21-A216C42BC16E}" srcOrd="0" destOrd="0" presId="urn:microsoft.com/office/officeart/2005/8/layout/process5"/>
    <dgm:cxn modelId="{B750FF17-B848-6D4C-94C9-B07D70141223}" type="presParOf" srcId="{5AFA2B49-E55A-7640-9665-7AF4F8181C59}" destId="{F91699C2-84F1-4445-9616-A04F1CC7806D}" srcOrd="0" destOrd="0" presId="urn:microsoft.com/office/officeart/2005/8/layout/process5"/>
    <dgm:cxn modelId="{D1DE1C36-47FF-3E4B-93E8-492C1641B4D0}" type="presParOf" srcId="{5AFA2B49-E55A-7640-9665-7AF4F8181C59}" destId="{EDB76271-2D35-184E-8A21-A216C42BC16E}" srcOrd="1" destOrd="0" presId="urn:microsoft.com/office/officeart/2005/8/layout/process5"/>
    <dgm:cxn modelId="{945BC580-8A97-5549-8626-1E7A349FCF2A}" type="presParOf" srcId="{EDB76271-2D35-184E-8A21-A216C42BC16E}" destId="{EB3AEA9C-82EE-8B4A-81DF-87C751CF1FE1}" srcOrd="0" destOrd="0" presId="urn:microsoft.com/office/officeart/2005/8/layout/process5"/>
    <dgm:cxn modelId="{4E3F0D99-D883-FA40-A373-1F4606CBB859}" type="presParOf" srcId="{5AFA2B49-E55A-7640-9665-7AF4F8181C59}" destId="{8FF0820D-CCDA-CC4C-80A5-94D0DD678725}" srcOrd="2" destOrd="0" presId="urn:microsoft.com/office/officeart/2005/8/layout/process5"/>
    <dgm:cxn modelId="{E84BDE93-29F4-DB48-8CDD-4AB3BE6CDA45}" type="presParOf" srcId="{5AFA2B49-E55A-7640-9665-7AF4F8181C59}" destId="{559B5814-A60E-CB4E-BFCF-E3D7D9B944A6}" srcOrd="3" destOrd="0" presId="urn:microsoft.com/office/officeart/2005/8/layout/process5"/>
    <dgm:cxn modelId="{0911A06D-78CE-2C43-B1E2-A14886F63CAE}" type="presParOf" srcId="{559B5814-A60E-CB4E-BFCF-E3D7D9B944A6}" destId="{3A12BABE-23FD-F142-A64A-E642BA1B4387}" srcOrd="0" destOrd="0" presId="urn:microsoft.com/office/officeart/2005/8/layout/process5"/>
    <dgm:cxn modelId="{1283A895-1CA9-DF4D-8C70-E2DCD2ECB817}" type="presParOf" srcId="{5AFA2B49-E55A-7640-9665-7AF4F8181C59}" destId="{587040D2-D1D9-C145-B284-6786C602D87F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7EF55DA-94CC-4E50-9A5A-E518BA8C3A4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0144736-2FEE-47E6-8F35-18830DBF7BCE}">
      <dgm:prSet/>
      <dgm:spPr/>
      <dgm:t>
        <a:bodyPr/>
        <a:lstStyle/>
        <a:p>
          <a:r>
            <a:rPr lang="tr-TR"/>
            <a:t>It enables faster and more accurate decision-making.</a:t>
          </a:r>
          <a:endParaRPr lang="en-US"/>
        </a:p>
      </dgm:t>
    </dgm:pt>
    <dgm:pt modelId="{8A7164B3-E979-4EB4-9BB8-E9DCF325D0FB}" type="parTrans" cxnId="{CF6F79CB-E04D-4F5D-BD41-8AADC98B4BD6}">
      <dgm:prSet/>
      <dgm:spPr/>
      <dgm:t>
        <a:bodyPr/>
        <a:lstStyle/>
        <a:p>
          <a:endParaRPr lang="en-US"/>
        </a:p>
      </dgm:t>
    </dgm:pt>
    <dgm:pt modelId="{5FFDC15A-D1CC-4F59-B675-526434D95415}" type="sibTrans" cxnId="{CF6F79CB-E04D-4F5D-BD41-8AADC98B4BD6}">
      <dgm:prSet/>
      <dgm:spPr/>
      <dgm:t>
        <a:bodyPr/>
        <a:lstStyle/>
        <a:p>
          <a:endParaRPr lang="en-US"/>
        </a:p>
      </dgm:t>
    </dgm:pt>
    <dgm:pt modelId="{2659CA10-B245-417C-A7DC-62D599C5B8F6}">
      <dgm:prSet/>
      <dgm:spPr/>
      <dgm:t>
        <a:bodyPr/>
        <a:lstStyle/>
        <a:p>
          <a:r>
            <a:rPr lang="tr-TR"/>
            <a:t>It offers the possibility of continuous monitoring without interruption.</a:t>
          </a:r>
          <a:endParaRPr lang="en-US"/>
        </a:p>
      </dgm:t>
    </dgm:pt>
    <dgm:pt modelId="{8222B28D-966E-4CFA-9930-1B9F6C9D4C74}" type="parTrans" cxnId="{DD8B7707-588C-4D87-832E-DE5FDFFFB6DF}">
      <dgm:prSet/>
      <dgm:spPr/>
      <dgm:t>
        <a:bodyPr/>
        <a:lstStyle/>
        <a:p>
          <a:endParaRPr lang="en-US"/>
        </a:p>
      </dgm:t>
    </dgm:pt>
    <dgm:pt modelId="{6EDF927A-9805-48A5-B72B-714E449539F2}" type="sibTrans" cxnId="{DD8B7707-588C-4D87-832E-DE5FDFFFB6DF}">
      <dgm:prSet/>
      <dgm:spPr/>
      <dgm:t>
        <a:bodyPr/>
        <a:lstStyle/>
        <a:p>
          <a:endParaRPr lang="en-US"/>
        </a:p>
      </dgm:t>
    </dgm:pt>
    <dgm:pt modelId="{2E4B4DB8-97C7-4D14-ADD0-8D430AF9D73F}">
      <dgm:prSet/>
      <dgm:spPr/>
      <dgm:t>
        <a:bodyPr/>
        <a:lstStyle/>
        <a:p>
          <a:r>
            <a:rPr lang="tr-TR"/>
            <a:t>Increased patient safety and early intervention.</a:t>
          </a:r>
          <a:endParaRPr lang="en-US"/>
        </a:p>
      </dgm:t>
    </dgm:pt>
    <dgm:pt modelId="{421DB952-9303-4E23-A6B4-A5E814AE8BDC}" type="parTrans" cxnId="{FB2C0B52-610B-49F1-9E86-FFAEBE11E723}">
      <dgm:prSet/>
      <dgm:spPr/>
      <dgm:t>
        <a:bodyPr/>
        <a:lstStyle/>
        <a:p>
          <a:endParaRPr lang="en-US"/>
        </a:p>
      </dgm:t>
    </dgm:pt>
    <dgm:pt modelId="{9EB562C1-ACBC-452E-87A6-440FB4B49E6C}" type="sibTrans" cxnId="{FB2C0B52-610B-49F1-9E86-FFAEBE11E723}">
      <dgm:prSet/>
      <dgm:spPr/>
      <dgm:t>
        <a:bodyPr/>
        <a:lstStyle/>
        <a:p>
          <a:endParaRPr lang="en-US"/>
        </a:p>
      </dgm:t>
    </dgm:pt>
    <dgm:pt modelId="{4E8CD739-38DB-6F46-AB29-18A1C626005C}" type="pres">
      <dgm:prSet presAssocID="{87EF55DA-94CC-4E50-9A5A-E518BA8C3A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8272F0-A293-9D4E-9F10-5E668A4EA24D}" type="pres">
      <dgm:prSet presAssocID="{70144736-2FEE-47E6-8F35-18830DBF7BCE}" presName="hierRoot1" presStyleCnt="0"/>
      <dgm:spPr/>
    </dgm:pt>
    <dgm:pt modelId="{B47543BB-712C-9242-B178-C8FE247906C5}" type="pres">
      <dgm:prSet presAssocID="{70144736-2FEE-47E6-8F35-18830DBF7BCE}" presName="composite" presStyleCnt="0"/>
      <dgm:spPr/>
    </dgm:pt>
    <dgm:pt modelId="{E640E10F-4D33-6449-BD83-6BD4353C5903}" type="pres">
      <dgm:prSet presAssocID="{70144736-2FEE-47E6-8F35-18830DBF7BCE}" presName="background" presStyleLbl="node0" presStyleIdx="0" presStyleCnt="3"/>
      <dgm:spPr/>
    </dgm:pt>
    <dgm:pt modelId="{0E9161DE-DBC0-FF45-82D7-97F402DC18A3}" type="pres">
      <dgm:prSet presAssocID="{70144736-2FEE-47E6-8F35-18830DBF7BCE}" presName="text" presStyleLbl="fgAcc0" presStyleIdx="0" presStyleCnt="3">
        <dgm:presLayoutVars>
          <dgm:chPref val="3"/>
        </dgm:presLayoutVars>
      </dgm:prSet>
      <dgm:spPr/>
    </dgm:pt>
    <dgm:pt modelId="{67F8C9F1-9A5A-8E43-969E-3417357C2EBD}" type="pres">
      <dgm:prSet presAssocID="{70144736-2FEE-47E6-8F35-18830DBF7BCE}" presName="hierChild2" presStyleCnt="0"/>
      <dgm:spPr/>
    </dgm:pt>
    <dgm:pt modelId="{25F7185B-ABF9-B941-AB56-17D377087B24}" type="pres">
      <dgm:prSet presAssocID="{2659CA10-B245-417C-A7DC-62D599C5B8F6}" presName="hierRoot1" presStyleCnt="0"/>
      <dgm:spPr/>
    </dgm:pt>
    <dgm:pt modelId="{2CEA5194-8BD0-564B-874D-396CB581CACA}" type="pres">
      <dgm:prSet presAssocID="{2659CA10-B245-417C-A7DC-62D599C5B8F6}" presName="composite" presStyleCnt="0"/>
      <dgm:spPr/>
    </dgm:pt>
    <dgm:pt modelId="{6DD077DB-DA47-3A48-A4FC-3D923BDFF837}" type="pres">
      <dgm:prSet presAssocID="{2659CA10-B245-417C-A7DC-62D599C5B8F6}" presName="background" presStyleLbl="node0" presStyleIdx="1" presStyleCnt="3"/>
      <dgm:spPr/>
    </dgm:pt>
    <dgm:pt modelId="{DD2DB07A-8ADB-0142-8906-926A119B6896}" type="pres">
      <dgm:prSet presAssocID="{2659CA10-B245-417C-A7DC-62D599C5B8F6}" presName="text" presStyleLbl="fgAcc0" presStyleIdx="1" presStyleCnt="3">
        <dgm:presLayoutVars>
          <dgm:chPref val="3"/>
        </dgm:presLayoutVars>
      </dgm:prSet>
      <dgm:spPr/>
    </dgm:pt>
    <dgm:pt modelId="{E9CA5FC9-992B-F441-9A93-A0ABDE0B99F4}" type="pres">
      <dgm:prSet presAssocID="{2659CA10-B245-417C-A7DC-62D599C5B8F6}" presName="hierChild2" presStyleCnt="0"/>
      <dgm:spPr/>
    </dgm:pt>
    <dgm:pt modelId="{11314E11-26E2-7E40-98A7-EF5E37050F60}" type="pres">
      <dgm:prSet presAssocID="{2E4B4DB8-97C7-4D14-ADD0-8D430AF9D73F}" presName="hierRoot1" presStyleCnt="0"/>
      <dgm:spPr/>
    </dgm:pt>
    <dgm:pt modelId="{8C41AED0-1943-314C-A8ED-AC9652AA7C98}" type="pres">
      <dgm:prSet presAssocID="{2E4B4DB8-97C7-4D14-ADD0-8D430AF9D73F}" presName="composite" presStyleCnt="0"/>
      <dgm:spPr/>
    </dgm:pt>
    <dgm:pt modelId="{BFBF0939-CC13-3544-9738-093CD448DC88}" type="pres">
      <dgm:prSet presAssocID="{2E4B4DB8-97C7-4D14-ADD0-8D430AF9D73F}" presName="background" presStyleLbl="node0" presStyleIdx="2" presStyleCnt="3"/>
      <dgm:spPr/>
    </dgm:pt>
    <dgm:pt modelId="{AEB27F69-D32E-F340-908B-A017CC90B108}" type="pres">
      <dgm:prSet presAssocID="{2E4B4DB8-97C7-4D14-ADD0-8D430AF9D73F}" presName="text" presStyleLbl="fgAcc0" presStyleIdx="2" presStyleCnt="3">
        <dgm:presLayoutVars>
          <dgm:chPref val="3"/>
        </dgm:presLayoutVars>
      </dgm:prSet>
      <dgm:spPr/>
    </dgm:pt>
    <dgm:pt modelId="{9C46C4C6-3FBE-F146-9AE5-426541A63942}" type="pres">
      <dgm:prSet presAssocID="{2E4B4DB8-97C7-4D14-ADD0-8D430AF9D73F}" presName="hierChild2" presStyleCnt="0"/>
      <dgm:spPr/>
    </dgm:pt>
  </dgm:ptLst>
  <dgm:cxnLst>
    <dgm:cxn modelId="{DD8B7707-588C-4D87-832E-DE5FDFFFB6DF}" srcId="{87EF55DA-94CC-4E50-9A5A-E518BA8C3A40}" destId="{2659CA10-B245-417C-A7DC-62D599C5B8F6}" srcOrd="1" destOrd="0" parTransId="{8222B28D-966E-4CFA-9930-1B9F6C9D4C74}" sibTransId="{6EDF927A-9805-48A5-B72B-714E449539F2}"/>
    <dgm:cxn modelId="{A1D1CD24-923B-4948-898E-A68889972747}" type="presOf" srcId="{70144736-2FEE-47E6-8F35-18830DBF7BCE}" destId="{0E9161DE-DBC0-FF45-82D7-97F402DC18A3}" srcOrd="0" destOrd="0" presId="urn:microsoft.com/office/officeart/2005/8/layout/hierarchy1"/>
    <dgm:cxn modelId="{FB2C0B52-610B-49F1-9E86-FFAEBE11E723}" srcId="{87EF55DA-94CC-4E50-9A5A-E518BA8C3A40}" destId="{2E4B4DB8-97C7-4D14-ADD0-8D430AF9D73F}" srcOrd="2" destOrd="0" parTransId="{421DB952-9303-4E23-A6B4-A5E814AE8BDC}" sibTransId="{9EB562C1-ACBC-452E-87A6-440FB4B49E6C}"/>
    <dgm:cxn modelId="{E2EA8396-B3D7-A044-A9EF-759CD5DEFAAA}" type="presOf" srcId="{2659CA10-B245-417C-A7DC-62D599C5B8F6}" destId="{DD2DB07A-8ADB-0142-8906-926A119B6896}" srcOrd="0" destOrd="0" presId="urn:microsoft.com/office/officeart/2005/8/layout/hierarchy1"/>
    <dgm:cxn modelId="{CF6F79CB-E04D-4F5D-BD41-8AADC98B4BD6}" srcId="{87EF55DA-94CC-4E50-9A5A-E518BA8C3A40}" destId="{70144736-2FEE-47E6-8F35-18830DBF7BCE}" srcOrd="0" destOrd="0" parTransId="{8A7164B3-E979-4EB4-9BB8-E9DCF325D0FB}" sibTransId="{5FFDC15A-D1CC-4F59-B675-526434D95415}"/>
    <dgm:cxn modelId="{ECF8F3F4-09E1-5F4A-8E7E-82F59D9D3364}" type="presOf" srcId="{2E4B4DB8-97C7-4D14-ADD0-8D430AF9D73F}" destId="{AEB27F69-D32E-F340-908B-A017CC90B108}" srcOrd="0" destOrd="0" presId="urn:microsoft.com/office/officeart/2005/8/layout/hierarchy1"/>
    <dgm:cxn modelId="{25C51DF6-4C74-9145-A0E8-FAD703ACDDB8}" type="presOf" srcId="{87EF55DA-94CC-4E50-9A5A-E518BA8C3A40}" destId="{4E8CD739-38DB-6F46-AB29-18A1C626005C}" srcOrd="0" destOrd="0" presId="urn:microsoft.com/office/officeart/2005/8/layout/hierarchy1"/>
    <dgm:cxn modelId="{5530F09A-6F8B-8348-8FDA-86D27B5481D2}" type="presParOf" srcId="{4E8CD739-38DB-6F46-AB29-18A1C626005C}" destId="{5A8272F0-A293-9D4E-9F10-5E668A4EA24D}" srcOrd="0" destOrd="0" presId="urn:microsoft.com/office/officeart/2005/8/layout/hierarchy1"/>
    <dgm:cxn modelId="{8CE76183-E999-F547-B829-AF0DB75A03D7}" type="presParOf" srcId="{5A8272F0-A293-9D4E-9F10-5E668A4EA24D}" destId="{B47543BB-712C-9242-B178-C8FE247906C5}" srcOrd="0" destOrd="0" presId="urn:microsoft.com/office/officeart/2005/8/layout/hierarchy1"/>
    <dgm:cxn modelId="{88C387D2-2BC2-1B4F-8DA5-EB949EEBA37F}" type="presParOf" srcId="{B47543BB-712C-9242-B178-C8FE247906C5}" destId="{E640E10F-4D33-6449-BD83-6BD4353C5903}" srcOrd="0" destOrd="0" presId="urn:microsoft.com/office/officeart/2005/8/layout/hierarchy1"/>
    <dgm:cxn modelId="{75F67CEA-3415-C04A-9913-053006485DF8}" type="presParOf" srcId="{B47543BB-712C-9242-B178-C8FE247906C5}" destId="{0E9161DE-DBC0-FF45-82D7-97F402DC18A3}" srcOrd="1" destOrd="0" presId="urn:microsoft.com/office/officeart/2005/8/layout/hierarchy1"/>
    <dgm:cxn modelId="{A639BEE6-AB8C-874C-9D03-E34AA9C1FE37}" type="presParOf" srcId="{5A8272F0-A293-9D4E-9F10-5E668A4EA24D}" destId="{67F8C9F1-9A5A-8E43-969E-3417357C2EBD}" srcOrd="1" destOrd="0" presId="urn:microsoft.com/office/officeart/2005/8/layout/hierarchy1"/>
    <dgm:cxn modelId="{02D9A03C-88EC-7841-9B9E-87320A67FC66}" type="presParOf" srcId="{4E8CD739-38DB-6F46-AB29-18A1C626005C}" destId="{25F7185B-ABF9-B941-AB56-17D377087B24}" srcOrd="1" destOrd="0" presId="urn:microsoft.com/office/officeart/2005/8/layout/hierarchy1"/>
    <dgm:cxn modelId="{3C74824E-697E-DC4C-BE6E-5FD6844C2545}" type="presParOf" srcId="{25F7185B-ABF9-B941-AB56-17D377087B24}" destId="{2CEA5194-8BD0-564B-874D-396CB581CACA}" srcOrd="0" destOrd="0" presId="urn:microsoft.com/office/officeart/2005/8/layout/hierarchy1"/>
    <dgm:cxn modelId="{654C6D86-224C-9342-B85B-4F570C273A2B}" type="presParOf" srcId="{2CEA5194-8BD0-564B-874D-396CB581CACA}" destId="{6DD077DB-DA47-3A48-A4FC-3D923BDFF837}" srcOrd="0" destOrd="0" presId="urn:microsoft.com/office/officeart/2005/8/layout/hierarchy1"/>
    <dgm:cxn modelId="{509FB7C8-2ADB-AD4D-B41F-41BB32BE0AE5}" type="presParOf" srcId="{2CEA5194-8BD0-564B-874D-396CB581CACA}" destId="{DD2DB07A-8ADB-0142-8906-926A119B6896}" srcOrd="1" destOrd="0" presId="urn:microsoft.com/office/officeart/2005/8/layout/hierarchy1"/>
    <dgm:cxn modelId="{F2F26D3F-CE23-2E40-8E66-15EF13A9EBAD}" type="presParOf" srcId="{25F7185B-ABF9-B941-AB56-17D377087B24}" destId="{E9CA5FC9-992B-F441-9A93-A0ABDE0B99F4}" srcOrd="1" destOrd="0" presId="urn:microsoft.com/office/officeart/2005/8/layout/hierarchy1"/>
    <dgm:cxn modelId="{76FCD142-07BB-A24E-86D1-6BEBA9F39F71}" type="presParOf" srcId="{4E8CD739-38DB-6F46-AB29-18A1C626005C}" destId="{11314E11-26E2-7E40-98A7-EF5E37050F60}" srcOrd="2" destOrd="0" presId="urn:microsoft.com/office/officeart/2005/8/layout/hierarchy1"/>
    <dgm:cxn modelId="{A35705D3-BB1F-8047-B089-466D3AB9B12D}" type="presParOf" srcId="{11314E11-26E2-7E40-98A7-EF5E37050F60}" destId="{8C41AED0-1943-314C-A8ED-AC9652AA7C98}" srcOrd="0" destOrd="0" presId="urn:microsoft.com/office/officeart/2005/8/layout/hierarchy1"/>
    <dgm:cxn modelId="{C1148008-7DC4-C94A-A71E-CC226697BE8E}" type="presParOf" srcId="{8C41AED0-1943-314C-A8ED-AC9652AA7C98}" destId="{BFBF0939-CC13-3544-9738-093CD448DC88}" srcOrd="0" destOrd="0" presId="urn:microsoft.com/office/officeart/2005/8/layout/hierarchy1"/>
    <dgm:cxn modelId="{42478B6D-94EE-D648-BCE2-C2C286B085BA}" type="presParOf" srcId="{8C41AED0-1943-314C-A8ED-AC9652AA7C98}" destId="{AEB27F69-D32E-F340-908B-A017CC90B108}" srcOrd="1" destOrd="0" presId="urn:microsoft.com/office/officeart/2005/8/layout/hierarchy1"/>
    <dgm:cxn modelId="{FA0326CB-79BD-E643-92E7-97C834339C53}" type="presParOf" srcId="{11314E11-26E2-7E40-98A7-EF5E37050F60}" destId="{9C46C4C6-3FBE-F146-9AE5-426541A639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2B4F438-B086-403B-8C0A-C93CFCCAA5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64428F-8804-4464-AB3F-7B9487AC9093}">
      <dgm:prSet/>
      <dgm:spPr/>
      <dgm:t>
        <a:bodyPr/>
        <a:lstStyle/>
        <a:p>
          <a:r>
            <a:rPr lang="tr-TR"/>
            <a:t>System quality depends on data quality.</a:t>
          </a:r>
          <a:endParaRPr lang="en-US"/>
        </a:p>
      </dgm:t>
    </dgm:pt>
    <dgm:pt modelId="{B1C47B9F-950D-4564-907E-7C1EE2408346}" type="parTrans" cxnId="{D6915206-9377-404C-A888-54E34D251094}">
      <dgm:prSet/>
      <dgm:spPr/>
      <dgm:t>
        <a:bodyPr/>
        <a:lstStyle/>
        <a:p>
          <a:endParaRPr lang="en-US"/>
        </a:p>
      </dgm:t>
    </dgm:pt>
    <dgm:pt modelId="{2A435957-AB61-4EBF-9D1A-86CE9AA1D4D6}" type="sibTrans" cxnId="{D6915206-9377-404C-A888-54E34D251094}">
      <dgm:prSet/>
      <dgm:spPr/>
      <dgm:t>
        <a:bodyPr/>
        <a:lstStyle/>
        <a:p>
          <a:endParaRPr lang="en-US"/>
        </a:p>
      </dgm:t>
    </dgm:pt>
    <dgm:pt modelId="{E2E5FFEF-B56A-474A-A35C-E9517B5BFDAF}">
      <dgm:prSet/>
      <dgm:spPr/>
      <dgm:t>
        <a:bodyPr/>
        <a:lstStyle/>
        <a:p>
          <a:r>
            <a:rPr lang="tr-TR"/>
            <a:t>Rule-based systems are limited.</a:t>
          </a:r>
          <a:endParaRPr lang="en-US"/>
        </a:p>
      </dgm:t>
    </dgm:pt>
    <dgm:pt modelId="{8932B751-4908-4A23-AD18-D9F9603B9057}" type="parTrans" cxnId="{B495CD83-4BF5-4905-B3E4-43FA876092D5}">
      <dgm:prSet/>
      <dgm:spPr/>
      <dgm:t>
        <a:bodyPr/>
        <a:lstStyle/>
        <a:p>
          <a:endParaRPr lang="en-US"/>
        </a:p>
      </dgm:t>
    </dgm:pt>
    <dgm:pt modelId="{6698728F-D006-4396-9EA3-1692B58F03BB}" type="sibTrans" cxnId="{B495CD83-4BF5-4905-B3E4-43FA876092D5}">
      <dgm:prSet/>
      <dgm:spPr/>
      <dgm:t>
        <a:bodyPr/>
        <a:lstStyle/>
        <a:p>
          <a:endParaRPr lang="en-US"/>
        </a:p>
      </dgm:t>
    </dgm:pt>
    <dgm:pt modelId="{627D3A77-9CEC-4E26-BE08-5E4912CB1525}">
      <dgm:prSet/>
      <dgm:spPr/>
      <dgm:t>
        <a:bodyPr/>
        <a:lstStyle/>
        <a:p>
          <a:r>
            <a:rPr lang="tr-TR"/>
            <a:t>Advanced models require more data and validation.</a:t>
          </a:r>
          <a:endParaRPr lang="en-US"/>
        </a:p>
      </dgm:t>
    </dgm:pt>
    <dgm:pt modelId="{19E72528-53E0-4279-AD7D-0424702887F7}" type="parTrans" cxnId="{46D0466B-065D-4978-B8A3-75B4B13F1067}">
      <dgm:prSet/>
      <dgm:spPr/>
      <dgm:t>
        <a:bodyPr/>
        <a:lstStyle/>
        <a:p>
          <a:endParaRPr lang="en-US"/>
        </a:p>
      </dgm:t>
    </dgm:pt>
    <dgm:pt modelId="{462F51A8-7B52-4A20-9940-BF2825C94567}" type="sibTrans" cxnId="{46D0466B-065D-4978-B8A3-75B4B13F1067}">
      <dgm:prSet/>
      <dgm:spPr/>
      <dgm:t>
        <a:bodyPr/>
        <a:lstStyle/>
        <a:p>
          <a:endParaRPr lang="en-US"/>
        </a:p>
      </dgm:t>
    </dgm:pt>
    <dgm:pt modelId="{175D0D2C-9CA0-244B-9D46-19853770B4AB}" type="pres">
      <dgm:prSet presAssocID="{72B4F438-B086-403B-8C0A-C93CFCCAA513}" presName="linear" presStyleCnt="0">
        <dgm:presLayoutVars>
          <dgm:animLvl val="lvl"/>
          <dgm:resizeHandles val="exact"/>
        </dgm:presLayoutVars>
      </dgm:prSet>
      <dgm:spPr/>
    </dgm:pt>
    <dgm:pt modelId="{7EF637E9-935C-8746-9247-38729EB2456A}" type="pres">
      <dgm:prSet presAssocID="{C464428F-8804-4464-AB3F-7B9487AC90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E91B5B-A791-D644-900F-7595E190D030}" type="pres">
      <dgm:prSet presAssocID="{2A435957-AB61-4EBF-9D1A-86CE9AA1D4D6}" presName="spacer" presStyleCnt="0"/>
      <dgm:spPr/>
    </dgm:pt>
    <dgm:pt modelId="{5F9E11F8-00CF-E848-9C10-DC2E6894A204}" type="pres">
      <dgm:prSet presAssocID="{E2E5FFEF-B56A-474A-A35C-E9517B5BFD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AA2627-8860-994F-87E3-802F28CCE05B}" type="pres">
      <dgm:prSet presAssocID="{6698728F-D006-4396-9EA3-1692B58F03BB}" presName="spacer" presStyleCnt="0"/>
      <dgm:spPr/>
    </dgm:pt>
    <dgm:pt modelId="{5C9794CF-5D0B-C04B-A5E2-75522C1F43A9}" type="pres">
      <dgm:prSet presAssocID="{627D3A77-9CEC-4E26-BE08-5E4912CB15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915206-9377-404C-A888-54E34D251094}" srcId="{72B4F438-B086-403B-8C0A-C93CFCCAA513}" destId="{C464428F-8804-4464-AB3F-7B9487AC9093}" srcOrd="0" destOrd="0" parTransId="{B1C47B9F-950D-4564-907E-7C1EE2408346}" sibTransId="{2A435957-AB61-4EBF-9D1A-86CE9AA1D4D6}"/>
    <dgm:cxn modelId="{81B97D25-F19A-0A41-8177-02AFD4CB4BA1}" type="presOf" srcId="{627D3A77-9CEC-4E26-BE08-5E4912CB1525}" destId="{5C9794CF-5D0B-C04B-A5E2-75522C1F43A9}" srcOrd="0" destOrd="0" presId="urn:microsoft.com/office/officeart/2005/8/layout/vList2"/>
    <dgm:cxn modelId="{5515ED2F-C9CB-5C41-98BC-29A05C3AA167}" type="presOf" srcId="{E2E5FFEF-B56A-474A-A35C-E9517B5BFDAF}" destId="{5F9E11F8-00CF-E848-9C10-DC2E6894A204}" srcOrd="0" destOrd="0" presId="urn:microsoft.com/office/officeart/2005/8/layout/vList2"/>
    <dgm:cxn modelId="{D3075B64-A7D0-9042-8791-1B09DA4C2755}" type="presOf" srcId="{72B4F438-B086-403B-8C0A-C93CFCCAA513}" destId="{175D0D2C-9CA0-244B-9D46-19853770B4AB}" srcOrd="0" destOrd="0" presId="urn:microsoft.com/office/officeart/2005/8/layout/vList2"/>
    <dgm:cxn modelId="{46D0466B-065D-4978-B8A3-75B4B13F1067}" srcId="{72B4F438-B086-403B-8C0A-C93CFCCAA513}" destId="{627D3A77-9CEC-4E26-BE08-5E4912CB1525}" srcOrd="2" destOrd="0" parTransId="{19E72528-53E0-4279-AD7D-0424702887F7}" sibTransId="{462F51A8-7B52-4A20-9940-BF2825C94567}"/>
    <dgm:cxn modelId="{B495CD83-4BF5-4905-B3E4-43FA876092D5}" srcId="{72B4F438-B086-403B-8C0A-C93CFCCAA513}" destId="{E2E5FFEF-B56A-474A-A35C-E9517B5BFDAF}" srcOrd="1" destOrd="0" parTransId="{8932B751-4908-4A23-AD18-D9F9603B9057}" sibTransId="{6698728F-D006-4396-9EA3-1692B58F03BB}"/>
    <dgm:cxn modelId="{9948D3B5-EA0D-D047-9C4E-2E313AEEE1CB}" type="presOf" srcId="{C464428F-8804-4464-AB3F-7B9487AC9093}" destId="{7EF637E9-935C-8746-9247-38729EB2456A}" srcOrd="0" destOrd="0" presId="urn:microsoft.com/office/officeart/2005/8/layout/vList2"/>
    <dgm:cxn modelId="{AC335328-A2FE-7E42-9A78-25D23FD37C93}" type="presParOf" srcId="{175D0D2C-9CA0-244B-9D46-19853770B4AB}" destId="{7EF637E9-935C-8746-9247-38729EB2456A}" srcOrd="0" destOrd="0" presId="urn:microsoft.com/office/officeart/2005/8/layout/vList2"/>
    <dgm:cxn modelId="{FF0F2B50-52CF-F641-980B-17DCD23F6E8A}" type="presParOf" srcId="{175D0D2C-9CA0-244B-9D46-19853770B4AB}" destId="{D3E91B5B-A791-D644-900F-7595E190D030}" srcOrd="1" destOrd="0" presId="urn:microsoft.com/office/officeart/2005/8/layout/vList2"/>
    <dgm:cxn modelId="{DCE1B1B5-87CE-2947-9DED-C1F922248FBA}" type="presParOf" srcId="{175D0D2C-9CA0-244B-9D46-19853770B4AB}" destId="{5F9E11F8-00CF-E848-9C10-DC2E6894A204}" srcOrd="2" destOrd="0" presId="urn:microsoft.com/office/officeart/2005/8/layout/vList2"/>
    <dgm:cxn modelId="{29D189D5-811C-1D4B-9EEC-1CD5B90F5E09}" type="presParOf" srcId="{175D0D2C-9CA0-244B-9D46-19853770B4AB}" destId="{44AA2627-8860-994F-87E3-802F28CCE05B}" srcOrd="3" destOrd="0" presId="urn:microsoft.com/office/officeart/2005/8/layout/vList2"/>
    <dgm:cxn modelId="{1F43284C-0321-DC48-AA4B-D99DF32E5342}" type="presParOf" srcId="{175D0D2C-9CA0-244B-9D46-19853770B4AB}" destId="{5C9794CF-5D0B-C04B-A5E2-75522C1F43A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C761E-71A9-A14E-BC1F-46060C0A6A7B}">
      <dsp:nvSpPr>
        <dsp:cNvPr id="0" name=""/>
        <dsp:cNvSpPr/>
      </dsp:nvSpPr>
      <dsp:spPr>
        <a:xfrm>
          <a:off x="0" y="352352"/>
          <a:ext cx="5141912" cy="11302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Modern hospitals generate large amounts of patient data from patient monitoring systems.</a:t>
          </a:r>
          <a:endParaRPr lang="en-US" sz="2100" kern="1200"/>
        </a:p>
      </dsp:txBody>
      <dsp:txXfrm>
        <a:off x="55173" y="407525"/>
        <a:ext cx="5031566" cy="1019873"/>
      </dsp:txXfrm>
    </dsp:sp>
    <dsp:sp modelId="{33D29D82-DE58-5741-92B0-2C455383699A}">
      <dsp:nvSpPr>
        <dsp:cNvPr id="0" name=""/>
        <dsp:cNvSpPr/>
      </dsp:nvSpPr>
      <dsp:spPr>
        <a:xfrm>
          <a:off x="0" y="1543052"/>
          <a:ext cx="5141912" cy="1130219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However, processing, evaluating, and comparing this data in real time is a complex task.</a:t>
          </a:r>
          <a:endParaRPr lang="en-US" sz="2100" kern="1200"/>
        </a:p>
      </dsp:txBody>
      <dsp:txXfrm>
        <a:off x="55173" y="1598225"/>
        <a:ext cx="5031566" cy="1019873"/>
      </dsp:txXfrm>
    </dsp:sp>
    <dsp:sp modelId="{8E359095-E702-1743-A7CE-C4FA8D81ABD0}">
      <dsp:nvSpPr>
        <dsp:cNvPr id="0" name=""/>
        <dsp:cNvSpPr/>
      </dsp:nvSpPr>
      <dsp:spPr>
        <a:xfrm>
          <a:off x="0" y="2733752"/>
          <a:ext cx="5141912" cy="1130219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Healthcare professionals may overlook critical changes due to workload and inattention.</a:t>
          </a:r>
          <a:endParaRPr lang="en-US" sz="2100" kern="1200"/>
        </a:p>
      </dsp:txBody>
      <dsp:txXfrm>
        <a:off x="55173" y="2788925"/>
        <a:ext cx="5031566" cy="1019873"/>
      </dsp:txXfrm>
    </dsp:sp>
    <dsp:sp modelId="{D7DF0FDC-2D41-B343-A5A9-66E7D438AB02}">
      <dsp:nvSpPr>
        <dsp:cNvPr id="0" name=""/>
        <dsp:cNvSpPr/>
      </dsp:nvSpPr>
      <dsp:spPr>
        <a:xfrm>
          <a:off x="0" y="3924452"/>
          <a:ext cx="5141912" cy="1130219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The decision support systems used here can interpret and evaluate raw data to make meaningful assessments.</a:t>
          </a:r>
          <a:endParaRPr lang="en-US" sz="2100" kern="1200"/>
        </a:p>
      </dsp:txBody>
      <dsp:txXfrm>
        <a:off x="55173" y="3979625"/>
        <a:ext cx="5031566" cy="1019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613B4-78C4-A741-B1CE-3EF059595AA5}">
      <dsp:nvSpPr>
        <dsp:cNvPr id="0" name=""/>
        <dsp:cNvSpPr/>
      </dsp:nvSpPr>
      <dsp:spPr>
        <a:xfrm>
          <a:off x="0" y="132556"/>
          <a:ext cx="5141912" cy="51419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751E6-3580-7A4A-B3FD-AE8BA9400A7B}">
      <dsp:nvSpPr>
        <dsp:cNvPr id="0" name=""/>
        <dsp:cNvSpPr/>
      </dsp:nvSpPr>
      <dsp:spPr>
        <a:xfrm>
          <a:off x="488481" y="621038"/>
          <a:ext cx="2005345" cy="20053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 hospital settings, patients' conditions can change rapidly and instantly. Failure to intervene quickly in such situations can lead to unpredictable consequences.</a:t>
          </a:r>
          <a:endParaRPr lang="en-US" sz="1400" kern="1200"/>
        </a:p>
      </dsp:txBody>
      <dsp:txXfrm>
        <a:off x="586374" y="718931"/>
        <a:ext cx="1809559" cy="1809559"/>
      </dsp:txXfrm>
    </dsp:sp>
    <dsp:sp modelId="{DD47266C-F3CE-984F-A0C6-8C115C2BB6B5}">
      <dsp:nvSpPr>
        <dsp:cNvPr id="0" name=""/>
        <dsp:cNvSpPr/>
      </dsp:nvSpPr>
      <dsp:spPr>
        <a:xfrm>
          <a:off x="2648084" y="621038"/>
          <a:ext cx="2005345" cy="20053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Doctors and nurses cannot monitor all patients simulltaneously in real-time. Therefore, they check on them at specific intervals.</a:t>
          </a:r>
          <a:endParaRPr lang="en-US" sz="1400" kern="1200"/>
        </a:p>
      </dsp:txBody>
      <dsp:txXfrm>
        <a:off x="2745977" y="718931"/>
        <a:ext cx="1809559" cy="1809559"/>
      </dsp:txXfrm>
    </dsp:sp>
    <dsp:sp modelId="{6EAA3599-C16A-3B42-8CCB-747022D4FDD7}">
      <dsp:nvSpPr>
        <dsp:cNvPr id="0" name=""/>
        <dsp:cNvSpPr/>
      </dsp:nvSpPr>
      <dsp:spPr>
        <a:xfrm>
          <a:off x="488481" y="2780641"/>
          <a:ext cx="2005345" cy="20053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Failure to recognize these critical situational changes in time can have serious consequences.</a:t>
          </a:r>
          <a:endParaRPr lang="en-US" sz="1400" kern="1200"/>
        </a:p>
      </dsp:txBody>
      <dsp:txXfrm>
        <a:off x="586374" y="2878534"/>
        <a:ext cx="1809559" cy="1809559"/>
      </dsp:txXfrm>
    </dsp:sp>
    <dsp:sp modelId="{51ECB15A-8719-A340-B073-5B3C9D94D077}">
      <dsp:nvSpPr>
        <dsp:cNvPr id="0" name=""/>
        <dsp:cNvSpPr/>
      </dsp:nvSpPr>
      <dsp:spPr>
        <a:xfrm>
          <a:off x="2648084" y="2780641"/>
          <a:ext cx="2005345" cy="20053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Therefore, there is a serious need for intelligent monitoring and support systems.</a:t>
          </a:r>
          <a:endParaRPr lang="en-US" sz="1400" kern="1200"/>
        </a:p>
      </dsp:txBody>
      <dsp:txXfrm>
        <a:off x="2745977" y="2878534"/>
        <a:ext cx="1809559" cy="1809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599AB-5272-574D-8E2C-E7BA28BBEA31}">
      <dsp:nvSpPr>
        <dsp:cNvPr id="0" name=""/>
        <dsp:cNvSpPr/>
      </dsp:nvSpPr>
      <dsp:spPr>
        <a:xfrm>
          <a:off x="0" y="0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This project is designed as a decision support system, not an automation system.</a:t>
          </a:r>
          <a:endParaRPr lang="en-US" sz="2000" kern="1200"/>
        </a:p>
      </dsp:txBody>
      <dsp:txXfrm>
        <a:off x="23312" y="23312"/>
        <a:ext cx="7120597" cy="749301"/>
      </dsp:txXfrm>
    </dsp:sp>
    <dsp:sp modelId="{C1BD62A9-A266-8A43-8479-460110B6C55D}">
      <dsp:nvSpPr>
        <dsp:cNvPr id="0" name=""/>
        <dsp:cNvSpPr/>
      </dsp:nvSpPr>
      <dsp:spPr>
        <a:xfrm>
          <a:off x="673912" y="94063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It is also designed in such a way that its scope can be expanded in the future to make it even more useful.</a:t>
          </a:r>
          <a:endParaRPr lang="en-US" sz="2000" kern="1200"/>
        </a:p>
      </dsp:txBody>
      <dsp:txXfrm>
        <a:off x="697224" y="963951"/>
        <a:ext cx="6808831" cy="749301"/>
      </dsp:txXfrm>
    </dsp:sp>
    <dsp:sp modelId="{1DE57277-9BB1-7F40-9A20-EF2A4CC3776D}">
      <dsp:nvSpPr>
        <dsp:cNvPr id="0" name=""/>
        <dsp:cNvSpPr/>
      </dsp:nvSpPr>
      <dsp:spPr>
        <a:xfrm>
          <a:off x="1337767" y="188127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The aim of this project is to support doctors by providing them with structured and understandable insights.</a:t>
          </a:r>
          <a:endParaRPr lang="en-US" sz="2000" kern="1200"/>
        </a:p>
      </dsp:txBody>
      <dsp:txXfrm>
        <a:off x="1361079" y="1904591"/>
        <a:ext cx="6818889" cy="749301"/>
      </dsp:txXfrm>
    </dsp:sp>
    <dsp:sp modelId="{74EC8F15-0E69-8842-B6FC-585AF34FC904}">
      <dsp:nvSpPr>
        <dsp:cNvPr id="0" name=""/>
        <dsp:cNvSpPr/>
      </dsp:nvSpPr>
      <dsp:spPr>
        <a:xfrm>
          <a:off x="2011680" y="282191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The system does not make decisions for the individual; it empowers them during the decision-making process.</a:t>
          </a:r>
          <a:endParaRPr lang="en-US" sz="2000" kern="1200"/>
        </a:p>
      </dsp:txBody>
      <dsp:txXfrm>
        <a:off x="2034992" y="2845231"/>
        <a:ext cx="6808831" cy="749301"/>
      </dsp:txXfrm>
    </dsp:sp>
    <dsp:sp modelId="{1B0F91D2-C73E-9845-913C-345E71BCAAFD}">
      <dsp:nvSpPr>
        <dsp:cNvPr id="0" name=""/>
        <dsp:cNvSpPr/>
      </dsp:nvSpPr>
      <dsp:spPr>
        <a:xfrm>
          <a:off x="7529368" y="60960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45772" y="609606"/>
        <a:ext cx="284543" cy="389307"/>
      </dsp:txXfrm>
    </dsp:sp>
    <dsp:sp modelId="{B672973C-0ADE-0C4E-BECE-CD4AB47DDE6D}">
      <dsp:nvSpPr>
        <dsp:cNvPr id="0" name=""/>
        <dsp:cNvSpPr/>
      </dsp:nvSpPr>
      <dsp:spPr>
        <a:xfrm>
          <a:off x="8203280" y="155024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1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1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19684" y="1550246"/>
        <a:ext cx="284543" cy="389307"/>
      </dsp:txXfrm>
    </dsp:sp>
    <dsp:sp modelId="{964710C0-1DCE-2F45-84B7-F41EB8A45005}">
      <dsp:nvSpPr>
        <dsp:cNvPr id="0" name=""/>
        <dsp:cNvSpPr/>
      </dsp:nvSpPr>
      <dsp:spPr>
        <a:xfrm>
          <a:off x="8867135" y="249088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1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1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83539" y="2490886"/>
        <a:ext cx="284543" cy="3893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127D8-DBB3-664A-B06E-2FF810158D18}">
      <dsp:nvSpPr>
        <dsp:cNvPr id="0" name=""/>
        <dsp:cNvSpPr/>
      </dsp:nvSpPr>
      <dsp:spPr>
        <a:xfrm>
          <a:off x="0" y="132556"/>
          <a:ext cx="5141912" cy="51419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A1C4B-91C9-544C-A96F-3C6644B1DA98}">
      <dsp:nvSpPr>
        <dsp:cNvPr id="0" name=""/>
        <dsp:cNvSpPr/>
      </dsp:nvSpPr>
      <dsp:spPr>
        <a:xfrm>
          <a:off x="488481" y="621038"/>
          <a:ext cx="2005345" cy="20053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system was designed with a layered architecture in mind.</a:t>
          </a:r>
          <a:endParaRPr lang="en-US" sz="1500" kern="1200"/>
        </a:p>
      </dsp:txBody>
      <dsp:txXfrm>
        <a:off x="586374" y="718931"/>
        <a:ext cx="1809559" cy="1809559"/>
      </dsp:txXfrm>
    </dsp:sp>
    <dsp:sp modelId="{E79DE991-2F75-9943-833D-EF86995E33A6}">
      <dsp:nvSpPr>
        <dsp:cNvPr id="0" name=""/>
        <dsp:cNvSpPr/>
      </dsp:nvSpPr>
      <dsp:spPr>
        <a:xfrm>
          <a:off x="2648084" y="621038"/>
          <a:ext cx="2005345" cy="20053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database layer stores patient data and data obtained from sensors.</a:t>
          </a:r>
          <a:endParaRPr lang="en-US" sz="1500" kern="1200"/>
        </a:p>
      </dsp:txBody>
      <dsp:txXfrm>
        <a:off x="2745977" y="718931"/>
        <a:ext cx="1809559" cy="1809559"/>
      </dsp:txXfrm>
    </dsp:sp>
    <dsp:sp modelId="{059929A3-0869-364B-8DDE-BEC924C7FC94}">
      <dsp:nvSpPr>
        <dsp:cNvPr id="0" name=""/>
        <dsp:cNvSpPr/>
      </dsp:nvSpPr>
      <dsp:spPr>
        <a:xfrm>
          <a:off x="488481" y="2780641"/>
          <a:ext cx="2005345" cy="20053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At the data processing layer, real-time data is analyzed and the risk level is calculated based on predetermined values.</a:t>
          </a:r>
          <a:endParaRPr lang="en-US" sz="1500" kern="1200"/>
        </a:p>
      </dsp:txBody>
      <dsp:txXfrm>
        <a:off x="586374" y="2878534"/>
        <a:ext cx="1809559" cy="1809559"/>
      </dsp:txXfrm>
    </dsp:sp>
    <dsp:sp modelId="{849688BC-FA1C-1046-B35B-BB41F193F3CB}">
      <dsp:nvSpPr>
        <dsp:cNvPr id="0" name=""/>
        <dsp:cNvSpPr/>
      </dsp:nvSpPr>
      <dsp:spPr>
        <a:xfrm>
          <a:off x="2648084" y="2780641"/>
          <a:ext cx="2005345" cy="20053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results obtained at the interface layer are presented to the user in an instantly understandable way.</a:t>
          </a:r>
          <a:endParaRPr lang="en-US" sz="1500" kern="1200"/>
        </a:p>
      </dsp:txBody>
      <dsp:txXfrm>
        <a:off x="2745977" y="2878534"/>
        <a:ext cx="1809559" cy="18095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3931F-EDE6-4B97-98D3-53E3685E28B4}">
      <dsp:nvSpPr>
        <dsp:cNvPr id="0" name=""/>
        <dsp:cNvSpPr/>
      </dsp:nvSpPr>
      <dsp:spPr>
        <a:xfrm>
          <a:off x="0" y="1681"/>
          <a:ext cx="10058399" cy="852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F65B8-4F3A-474A-ADE4-6F086F17B53E}">
      <dsp:nvSpPr>
        <dsp:cNvPr id="0" name=""/>
        <dsp:cNvSpPr/>
      </dsp:nvSpPr>
      <dsp:spPr>
        <a:xfrm>
          <a:off x="257757" y="193401"/>
          <a:ext cx="468649" cy="468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FF091-9AD5-4F81-BFDD-7EAB774BD654}">
      <dsp:nvSpPr>
        <dsp:cNvPr id="0" name=""/>
        <dsp:cNvSpPr/>
      </dsp:nvSpPr>
      <dsp:spPr>
        <a:xfrm>
          <a:off x="984164" y="1681"/>
          <a:ext cx="9074235" cy="852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0" tIns="90180" rIns="90180" bIns="901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Patient data is collected in real-time and recorded in the database.</a:t>
          </a:r>
          <a:endParaRPr lang="en-US" sz="2200" kern="1200"/>
        </a:p>
      </dsp:txBody>
      <dsp:txXfrm>
        <a:off x="984164" y="1681"/>
        <a:ext cx="9074235" cy="852090"/>
      </dsp:txXfrm>
    </dsp:sp>
    <dsp:sp modelId="{17C8772D-7CB5-40BF-AA56-3344FBCE4EE6}">
      <dsp:nvSpPr>
        <dsp:cNvPr id="0" name=""/>
        <dsp:cNvSpPr/>
      </dsp:nvSpPr>
      <dsp:spPr>
        <a:xfrm>
          <a:off x="0" y="1066794"/>
          <a:ext cx="10058399" cy="852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56482-8DB3-456F-A6EE-7A35F6D43563}">
      <dsp:nvSpPr>
        <dsp:cNvPr id="0" name=""/>
        <dsp:cNvSpPr/>
      </dsp:nvSpPr>
      <dsp:spPr>
        <a:xfrm>
          <a:off x="257757" y="1258514"/>
          <a:ext cx="468649" cy="468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9E4E7-B636-464A-BC22-1A9DD030DDA0}">
      <dsp:nvSpPr>
        <dsp:cNvPr id="0" name=""/>
        <dsp:cNvSpPr/>
      </dsp:nvSpPr>
      <dsp:spPr>
        <a:xfrm>
          <a:off x="984164" y="1066794"/>
          <a:ext cx="9074235" cy="852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0" tIns="90180" rIns="90180" bIns="901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system periodically retrieves and processes the recorded data.</a:t>
          </a:r>
          <a:endParaRPr lang="en-US" sz="2200" kern="1200"/>
        </a:p>
      </dsp:txBody>
      <dsp:txXfrm>
        <a:off x="984164" y="1066794"/>
        <a:ext cx="9074235" cy="852090"/>
      </dsp:txXfrm>
    </dsp:sp>
    <dsp:sp modelId="{1FFF1AB6-66C4-486D-A040-532F550C1EB5}">
      <dsp:nvSpPr>
        <dsp:cNvPr id="0" name=""/>
        <dsp:cNvSpPr/>
      </dsp:nvSpPr>
      <dsp:spPr>
        <a:xfrm>
          <a:off x="0" y="2131907"/>
          <a:ext cx="10058399" cy="852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A2323-7366-4FD6-BA2A-76FC9BB77403}">
      <dsp:nvSpPr>
        <dsp:cNvPr id="0" name=""/>
        <dsp:cNvSpPr/>
      </dsp:nvSpPr>
      <dsp:spPr>
        <a:xfrm>
          <a:off x="257757" y="2323627"/>
          <a:ext cx="468649" cy="468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167B-CAB8-4572-A756-2343C5F9EEDB}">
      <dsp:nvSpPr>
        <dsp:cNvPr id="0" name=""/>
        <dsp:cNvSpPr/>
      </dsp:nvSpPr>
      <dsp:spPr>
        <a:xfrm>
          <a:off x="984164" y="2131907"/>
          <a:ext cx="9074235" cy="852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0" tIns="90180" rIns="90180" bIns="901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The risk level is calculated according to established rules.</a:t>
          </a:r>
          <a:endParaRPr lang="en-US" sz="2200" kern="1200"/>
        </a:p>
      </dsp:txBody>
      <dsp:txXfrm>
        <a:off x="984164" y="2131907"/>
        <a:ext cx="9074235" cy="852090"/>
      </dsp:txXfrm>
    </dsp:sp>
    <dsp:sp modelId="{0D912D98-46C1-4EE1-8F38-E65FBE94EC37}">
      <dsp:nvSpPr>
        <dsp:cNvPr id="0" name=""/>
        <dsp:cNvSpPr/>
      </dsp:nvSpPr>
      <dsp:spPr>
        <a:xfrm>
          <a:off x="0" y="3197020"/>
          <a:ext cx="10058399" cy="852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917CE-5F20-4933-85C7-F8B41D745C0D}">
      <dsp:nvSpPr>
        <dsp:cNvPr id="0" name=""/>
        <dsp:cNvSpPr/>
      </dsp:nvSpPr>
      <dsp:spPr>
        <a:xfrm>
          <a:off x="257757" y="3388740"/>
          <a:ext cx="468649" cy="468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97F3B-77AD-49DE-A8AC-45FB6F6FD9E7}">
      <dsp:nvSpPr>
        <dsp:cNvPr id="0" name=""/>
        <dsp:cNvSpPr/>
      </dsp:nvSpPr>
      <dsp:spPr>
        <a:xfrm>
          <a:off x="984164" y="3197020"/>
          <a:ext cx="9074235" cy="852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80" tIns="90180" rIns="90180" bIns="9018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results are displayed to the user in the user interface. Status information is also supported with some color coding.</a:t>
          </a:r>
          <a:endParaRPr lang="en-US" sz="2200" kern="1200"/>
        </a:p>
      </dsp:txBody>
      <dsp:txXfrm>
        <a:off x="984164" y="3197020"/>
        <a:ext cx="9074235" cy="8520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47C08-8F8A-46B7-9F76-7C68D98EA25D}">
      <dsp:nvSpPr>
        <dsp:cNvPr id="0" name=""/>
        <dsp:cNvSpPr/>
      </dsp:nvSpPr>
      <dsp:spPr>
        <a:xfrm>
          <a:off x="663237" y="6325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A0ABA0-387C-42C4-AFEC-02D855023FC3}">
      <dsp:nvSpPr>
        <dsp:cNvPr id="0" name=""/>
        <dsp:cNvSpPr/>
      </dsp:nvSpPr>
      <dsp:spPr>
        <a:xfrm>
          <a:off x="941112" y="284200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B7DC5-6A78-4F22-AEDC-659AF29D145E}">
      <dsp:nvSpPr>
        <dsp:cNvPr id="0" name=""/>
        <dsp:cNvSpPr/>
      </dsp:nvSpPr>
      <dsp:spPr>
        <a:xfrm>
          <a:off x="246424" y="1716325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The datasets contain information including the patient's personal details and vital signs.</a:t>
          </a:r>
          <a:endParaRPr lang="en-US" sz="1200" kern="1200"/>
        </a:p>
      </dsp:txBody>
      <dsp:txXfrm>
        <a:off x="246424" y="1716325"/>
        <a:ext cx="2137500" cy="720000"/>
      </dsp:txXfrm>
    </dsp:sp>
    <dsp:sp modelId="{482C7F06-8E6F-4FAF-88F2-C5B00AFF96FE}">
      <dsp:nvSpPr>
        <dsp:cNvPr id="0" name=""/>
        <dsp:cNvSpPr/>
      </dsp:nvSpPr>
      <dsp:spPr>
        <a:xfrm>
          <a:off x="3174799" y="6325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D0F5B-6D4B-4485-B1C6-BD6F5737871A}">
      <dsp:nvSpPr>
        <dsp:cNvPr id="0" name=""/>
        <dsp:cNvSpPr/>
      </dsp:nvSpPr>
      <dsp:spPr>
        <a:xfrm>
          <a:off x="3452674" y="284200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663D0-E767-49B3-9E31-83615AF8E250}">
      <dsp:nvSpPr>
        <dsp:cNvPr id="0" name=""/>
        <dsp:cNvSpPr/>
      </dsp:nvSpPr>
      <dsp:spPr>
        <a:xfrm>
          <a:off x="2757987" y="1716325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The main parameters are pulse rate, saturation, temperature, and blood pressure.</a:t>
          </a:r>
          <a:endParaRPr lang="en-US" sz="1200" kern="1200"/>
        </a:p>
      </dsp:txBody>
      <dsp:txXfrm>
        <a:off x="2757987" y="1716325"/>
        <a:ext cx="2137500" cy="720000"/>
      </dsp:txXfrm>
    </dsp:sp>
    <dsp:sp modelId="{D19BA5D4-FAA2-405C-A61B-722749C7181E}">
      <dsp:nvSpPr>
        <dsp:cNvPr id="0" name=""/>
        <dsp:cNvSpPr/>
      </dsp:nvSpPr>
      <dsp:spPr>
        <a:xfrm>
          <a:off x="1919018" y="2970700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BCB96-7E92-427F-9FD6-43DD88E23C5E}">
      <dsp:nvSpPr>
        <dsp:cNvPr id="0" name=""/>
        <dsp:cNvSpPr/>
      </dsp:nvSpPr>
      <dsp:spPr>
        <a:xfrm>
          <a:off x="2196893" y="3248575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CDA2A-A563-4C88-BD28-21EB175361C8}">
      <dsp:nvSpPr>
        <dsp:cNvPr id="0" name=""/>
        <dsp:cNvSpPr/>
      </dsp:nvSpPr>
      <dsp:spPr>
        <a:xfrm>
          <a:off x="1502206" y="468070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Patient records are related to time-based measurements.</a:t>
          </a:r>
          <a:endParaRPr lang="en-US" sz="1200" kern="1200"/>
        </a:p>
      </dsp:txBody>
      <dsp:txXfrm>
        <a:off x="1502206" y="4680700"/>
        <a:ext cx="21375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32297-147E-2244-8B2D-B6A47F9BBDDB}">
      <dsp:nvSpPr>
        <dsp:cNvPr id="0" name=""/>
        <dsp:cNvSpPr/>
      </dsp:nvSpPr>
      <dsp:spPr>
        <a:xfrm>
          <a:off x="0" y="362432"/>
          <a:ext cx="5141912" cy="1506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Raw data is collected before analysis. It then undergoes validation and cleaning.</a:t>
          </a:r>
          <a:endParaRPr lang="en-US" sz="2800" kern="1200"/>
        </a:p>
      </dsp:txBody>
      <dsp:txXfrm>
        <a:off x="73564" y="435996"/>
        <a:ext cx="4994784" cy="1359832"/>
      </dsp:txXfrm>
    </dsp:sp>
    <dsp:sp modelId="{0034FAD7-E0AB-654D-B926-A401D573E686}">
      <dsp:nvSpPr>
        <dsp:cNvPr id="0" name=""/>
        <dsp:cNvSpPr/>
      </dsp:nvSpPr>
      <dsp:spPr>
        <a:xfrm>
          <a:off x="0" y="1950032"/>
          <a:ext cx="5141912" cy="1506960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Incomplete and inconsistent data are carefully examined.</a:t>
          </a:r>
          <a:endParaRPr lang="en-US" sz="2800" kern="1200"/>
        </a:p>
      </dsp:txBody>
      <dsp:txXfrm>
        <a:off x="73564" y="2023596"/>
        <a:ext cx="4994784" cy="1359832"/>
      </dsp:txXfrm>
    </dsp:sp>
    <dsp:sp modelId="{B54779A0-C83B-884F-8814-123BEAE478C7}">
      <dsp:nvSpPr>
        <dsp:cNvPr id="0" name=""/>
        <dsp:cNvSpPr/>
      </dsp:nvSpPr>
      <dsp:spPr>
        <a:xfrm>
          <a:off x="0" y="3537632"/>
          <a:ext cx="5141912" cy="150696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Data prepared in this way ensures the system operates securely.</a:t>
          </a:r>
          <a:endParaRPr lang="en-US" sz="2800" kern="1200"/>
        </a:p>
      </dsp:txBody>
      <dsp:txXfrm>
        <a:off x="73564" y="3611196"/>
        <a:ext cx="4994784" cy="13598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DCEB7-098F-3A41-BEE0-0A56B2B1FFE4}">
      <dsp:nvSpPr>
        <dsp:cNvPr id="0" name=""/>
        <dsp:cNvSpPr/>
      </dsp:nvSpPr>
      <dsp:spPr>
        <a:xfrm>
          <a:off x="0" y="0"/>
          <a:ext cx="4370625" cy="16221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Risk values ​​are defined according to medical thresholds and clinical logic.</a:t>
          </a:r>
          <a:endParaRPr lang="en-US" sz="2000" kern="1200"/>
        </a:p>
      </dsp:txBody>
      <dsp:txXfrm>
        <a:off x="47510" y="47510"/>
        <a:ext cx="2620244" cy="1527087"/>
      </dsp:txXfrm>
    </dsp:sp>
    <dsp:sp modelId="{5FF1A24D-1807-014F-937A-F1C10ABA39F5}">
      <dsp:nvSpPr>
        <dsp:cNvPr id="0" name=""/>
        <dsp:cNvSpPr/>
      </dsp:nvSpPr>
      <dsp:spPr>
        <a:xfrm>
          <a:off x="385643" y="1892458"/>
          <a:ext cx="4370625" cy="1622107"/>
        </a:xfrm>
        <a:prstGeom prst="roundRect">
          <a:avLst>
            <a:gd name="adj" fmla="val 10000"/>
          </a:avLst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For example, low oxygen levels indicate a high priority, high risk.</a:t>
          </a:r>
          <a:endParaRPr lang="en-US" sz="2000" kern="1200"/>
        </a:p>
      </dsp:txBody>
      <dsp:txXfrm>
        <a:off x="433153" y="1939968"/>
        <a:ext cx="2835591" cy="1527087"/>
      </dsp:txXfrm>
    </dsp:sp>
    <dsp:sp modelId="{CB4A5A6F-7525-4944-AE83-C2520B0BBA79}">
      <dsp:nvSpPr>
        <dsp:cNvPr id="0" name=""/>
        <dsp:cNvSpPr/>
      </dsp:nvSpPr>
      <dsp:spPr>
        <a:xfrm>
          <a:off x="771286" y="3784917"/>
          <a:ext cx="4370625" cy="1622107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An abnormal pulse or fever indicates a potential danger.</a:t>
          </a:r>
          <a:endParaRPr lang="en-US" sz="2000" kern="1200"/>
        </a:p>
      </dsp:txBody>
      <dsp:txXfrm>
        <a:off x="818796" y="3832427"/>
        <a:ext cx="2835591" cy="1527087"/>
      </dsp:txXfrm>
    </dsp:sp>
    <dsp:sp modelId="{93F172D5-3AE7-3941-B24C-E3BA24BD974D}">
      <dsp:nvSpPr>
        <dsp:cNvPr id="0" name=""/>
        <dsp:cNvSpPr/>
      </dsp:nvSpPr>
      <dsp:spPr>
        <a:xfrm>
          <a:off x="3316255" y="1230098"/>
          <a:ext cx="1054369" cy="10543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53488" y="1230098"/>
        <a:ext cx="579903" cy="793413"/>
      </dsp:txXfrm>
    </dsp:sp>
    <dsp:sp modelId="{58EC1FBC-57AB-EC44-B699-2C02DA2F1A71}">
      <dsp:nvSpPr>
        <dsp:cNvPr id="0" name=""/>
        <dsp:cNvSpPr/>
      </dsp:nvSpPr>
      <dsp:spPr>
        <a:xfrm>
          <a:off x="3701898" y="3111742"/>
          <a:ext cx="1054369" cy="10543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1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1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939131" y="3111742"/>
        <a:ext cx="579903" cy="79341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01195-E6E1-274D-846D-EEADB8F3DBD6}">
      <dsp:nvSpPr>
        <dsp:cNvPr id="0" name=""/>
        <dsp:cNvSpPr/>
      </dsp:nvSpPr>
      <dsp:spPr>
        <a:xfrm>
          <a:off x="1227" y="213139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2F47C-0F32-C844-BBC3-133577C596B3}">
      <dsp:nvSpPr>
        <dsp:cNvPr id="0" name=""/>
        <dsp:cNvSpPr/>
      </dsp:nvSpPr>
      <dsp:spPr>
        <a:xfrm>
          <a:off x="480082" y="668051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Patients are categorized into three risk levels: normal, warning, and critical.</a:t>
          </a:r>
          <a:endParaRPr lang="en-US" sz="3400" kern="1200"/>
        </a:p>
      </dsp:txBody>
      <dsp:txXfrm>
        <a:off x="560236" y="748205"/>
        <a:ext cx="4149382" cy="2576345"/>
      </dsp:txXfrm>
    </dsp:sp>
    <dsp:sp modelId="{DA273874-A56A-9D4D-B9D3-BBEA90F7A9F4}">
      <dsp:nvSpPr>
        <dsp:cNvPr id="0" name=""/>
        <dsp:cNvSpPr/>
      </dsp:nvSpPr>
      <dsp:spPr>
        <a:xfrm>
          <a:off x="5268627" y="213139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30D05-B105-594E-B8A0-BC4294211960}">
      <dsp:nvSpPr>
        <dsp:cNvPr id="0" name=""/>
        <dsp:cNvSpPr/>
      </dsp:nvSpPr>
      <dsp:spPr>
        <a:xfrm>
          <a:off x="5747481" y="668051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400" kern="1200"/>
            <a:t>Each level has its own color code for quick identification.</a:t>
          </a:r>
          <a:endParaRPr lang="en-US" sz="3400" kern="1200"/>
        </a:p>
      </dsp:txBody>
      <dsp:txXfrm>
        <a:off x="5827635" y="748205"/>
        <a:ext cx="4149382" cy="25763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4F659-FB86-AB48-9134-3A576C9D5413}">
      <dsp:nvSpPr>
        <dsp:cNvPr id="0" name=""/>
        <dsp:cNvSpPr/>
      </dsp:nvSpPr>
      <dsp:spPr>
        <a:xfrm>
          <a:off x="0" y="27992"/>
          <a:ext cx="5141912" cy="1722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This system uses rule-based decision-making logic for transparency.</a:t>
          </a:r>
          <a:endParaRPr lang="en-US" sz="3200" kern="1200"/>
        </a:p>
      </dsp:txBody>
      <dsp:txXfrm>
        <a:off x="84073" y="112065"/>
        <a:ext cx="4973766" cy="1554094"/>
      </dsp:txXfrm>
    </dsp:sp>
    <dsp:sp modelId="{DEB212AE-0070-2447-A6D4-6E5753EB6487}">
      <dsp:nvSpPr>
        <dsp:cNvPr id="0" name=""/>
        <dsp:cNvSpPr/>
      </dsp:nvSpPr>
      <dsp:spPr>
        <a:xfrm>
          <a:off x="0" y="1842392"/>
          <a:ext cx="5141912" cy="1722240"/>
        </a:xfrm>
        <a:prstGeom prst="roundRect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The defined threshold values ​​determine different risk levels.</a:t>
          </a:r>
          <a:endParaRPr lang="en-US" sz="3200" kern="1200"/>
        </a:p>
      </dsp:txBody>
      <dsp:txXfrm>
        <a:off x="84073" y="1926465"/>
        <a:ext cx="4973766" cy="1554094"/>
      </dsp:txXfrm>
    </dsp:sp>
    <dsp:sp modelId="{16853823-B019-AF42-BAD9-638ED071AC89}">
      <dsp:nvSpPr>
        <dsp:cNvPr id="0" name=""/>
        <dsp:cNvSpPr/>
      </dsp:nvSpPr>
      <dsp:spPr>
        <a:xfrm>
          <a:off x="0" y="3656792"/>
          <a:ext cx="5141912" cy="172224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With this approach, we aim to increase clarity and trust.</a:t>
          </a:r>
          <a:endParaRPr lang="en-US" sz="3200" kern="1200"/>
        </a:p>
      </dsp:txBody>
      <dsp:txXfrm>
        <a:off x="84073" y="3740865"/>
        <a:ext cx="4973766" cy="15540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04B66-C23A-4B14-87E5-38B5B904C1BE}">
      <dsp:nvSpPr>
        <dsp:cNvPr id="0" name=""/>
        <dsp:cNvSpPr/>
      </dsp:nvSpPr>
      <dsp:spPr>
        <a:xfrm>
          <a:off x="0" y="682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D6F2B-3227-4D62-8C4E-8933802B4681}">
      <dsp:nvSpPr>
        <dsp:cNvPr id="0" name=""/>
        <dsp:cNvSpPr/>
      </dsp:nvSpPr>
      <dsp:spPr>
        <a:xfrm>
          <a:off x="482844" y="359822"/>
          <a:ext cx="877899" cy="8778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84EBC-F945-434C-92A6-59DB8958887B}">
      <dsp:nvSpPr>
        <dsp:cNvPr id="0" name=""/>
        <dsp:cNvSpPr/>
      </dsp:nvSpPr>
      <dsp:spPr>
        <a:xfrm>
          <a:off x="1843589" y="682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The system user interface was developed using Python Tkinter.</a:t>
          </a:r>
          <a:endParaRPr lang="en-US" sz="2500" kern="1200"/>
        </a:p>
      </dsp:txBody>
      <dsp:txXfrm>
        <a:off x="1843589" y="682"/>
        <a:ext cx="4728660" cy="1596181"/>
      </dsp:txXfrm>
    </dsp:sp>
    <dsp:sp modelId="{E4950FC3-51F7-46AB-B56F-A01FE220C12E}">
      <dsp:nvSpPr>
        <dsp:cNvPr id="0" name=""/>
        <dsp:cNvSpPr/>
      </dsp:nvSpPr>
      <dsp:spPr>
        <a:xfrm>
          <a:off x="0" y="1995909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7BA40-D6C6-49BA-A589-FA2CFB972793}">
      <dsp:nvSpPr>
        <dsp:cNvPr id="0" name=""/>
        <dsp:cNvSpPr/>
      </dsp:nvSpPr>
      <dsp:spPr>
        <a:xfrm>
          <a:off x="482844" y="2355050"/>
          <a:ext cx="877899" cy="8778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B2321-BDEA-4F60-A02A-DB6F8B0DC382}">
      <dsp:nvSpPr>
        <dsp:cNvPr id="0" name=""/>
        <dsp:cNvSpPr/>
      </dsp:nvSpPr>
      <dsp:spPr>
        <a:xfrm>
          <a:off x="1843589" y="1995909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It displays patient data in real time, categorized according to risk levels.</a:t>
          </a:r>
          <a:endParaRPr lang="en-US" sz="2500" kern="1200"/>
        </a:p>
      </dsp:txBody>
      <dsp:txXfrm>
        <a:off x="1843589" y="1995909"/>
        <a:ext cx="4728660" cy="1596181"/>
      </dsp:txXfrm>
    </dsp:sp>
    <dsp:sp modelId="{7BA99BBF-3544-45FF-BCCC-4646D782F6DA}">
      <dsp:nvSpPr>
        <dsp:cNvPr id="0" name=""/>
        <dsp:cNvSpPr/>
      </dsp:nvSpPr>
      <dsp:spPr>
        <a:xfrm>
          <a:off x="0" y="3991136"/>
          <a:ext cx="6572250" cy="15961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D48B8-D486-4840-8C03-F255A77B7774}">
      <dsp:nvSpPr>
        <dsp:cNvPr id="0" name=""/>
        <dsp:cNvSpPr/>
      </dsp:nvSpPr>
      <dsp:spPr>
        <a:xfrm>
          <a:off x="482844" y="4350277"/>
          <a:ext cx="877899" cy="8778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B6623-21DA-4705-B78B-C7EEBA77D11D}">
      <dsp:nvSpPr>
        <dsp:cNvPr id="0" name=""/>
        <dsp:cNvSpPr/>
      </dsp:nvSpPr>
      <dsp:spPr>
        <a:xfrm>
          <a:off x="1843589" y="3991136"/>
          <a:ext cx="4728660" cy="159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29" tIns="168929" rIns="168929" bIns="1689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Color coding allows staff to quickly interpret and identify information.</a:t>
          </a:r>
          <a:endParaRPr lang="en-US" sz="2500" kern="1200"/>
        </a:p>
      </dsp:txBody>
      <dsp:txXfrm>
        <a:off x="1843589" y="3991136"/>
        <a:ext cx="4728660" cy="15961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CE910-655A-5240-BC6A-62839B377C4A}">
      <dsp:nvSpPr>
        <dsp:cNvPr id="0" name=""/>
        <dsp:cNvSpPr/>
      </dsp:nvSpPr>
      <dsp:spPr>
        <a:xfrm>
          <a:off x="0" y="0"/>
          <a:ext cx="5586412" cy="25146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In the next development phase, the patient's medical history will also be included in the system.</a:t>
          </a:r>
          <a:endParaRPr lang="en-US" sz="2300" kern="1200"/>
        </a:p>
      </dsp:txBody>
      <dsp:txXfrm>
        <a:off x="73650" y="73650"/>
        <a:ext cx="2987377" cy="2367300"/>
      </dsp:txXfrm>
    </dsp:sp>
    <dsp:sp modelId="{C74B1A38-76D9-A447-BF7B-BD64733C7CA5}">
      <dsp:nvSpPr>
        <dsp:cNvPr id="0" name=""/>
        <dsp:cNvSpPr/>
      </dsp:nvSpPr>
      <dsp:spPr>
        <a:xfrm>
          <a:off x="985837" y="3073400"/>
          <a:ext cx="5586412" cy="2514600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Thresholds specific to the individual's condition will be used for more accurate assessment.</a:t>
          </a:r>
          <a:endParaRPr lang="en-US" sz="2300" kern="1200"/>
        </a:p>
      </dsp:txBody>
      <dsp:txXfrm>
        <a:off x="1059487" y="3147050"/>
        <a:ext cx="2818784" cy="2367300"/>
      </dsp:txXfrm>
    </dsp:sp>
    <dsp:sp modelId="{2F1F5150-4EA4-4F4B-8DDF-E2F5A23ECC92}">
      <dsp:nvSpPr>
        <dsp:cNvPr id="0" name=""/>
        <dsp:cNvSpPr/>
      </dsp:nvSpPr>
      <dsp:spPr>
        <a:xfrm>
          <a:off x="3951922" y="1976755"/>
          <a:ext cx="1634490" cy="16344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319682" y="1976755"/>
        <a:ext cx="898970" cy="122995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699C2-84F1-4445-9616-A04F1CC7806D}">
      <dsp:nvSpPr>
        <dsp:cNvPr id="0" name=""/>
        <dsp:cNvSpPr/>
      </dsp:nvSpPr>
      <dsp:spPr>
        <a:xfrm>
          <a:off x="1283" y="604105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The system will perform a personalized risk assessment.</a:t>
          </a:r>
          <a:endParaRPr lang="en-US" sz="2100" kern="1200"/>
        </a:p>
      </dsp:txBody>
      <dsp:txXfrm>
        <a:off x="49388" y="652210"/>
        <a:ext cx="2641157" cy="1546210"/>
      </dsp:txXfrm>
    </dsp:sp>
    <dsp:sp modelId="{EDB76271-2D35-184E-8A21-A216C42BC16E}">
      <dsp:nvSpPr>
        <dsp:cNvPr id="0" name=""/>
        <dsp:cNvSpPr/>
      </dsp:nvSpPr>
      <dsp:spPr>
        <a:xfrm>
          <a:off x="2979539" y="1085882"/>
          <a:ext cx="580321" cy="678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979539" y="1221655"/>
        <a:ext cx="406225" cy="407321"/>
      </dsp:txXfrm>
    </dsp:sp>
    <dsp:sp modelId="{8FF0820D-CCDA-CC4C-80A5-94D0DD678725}">
      <dsp:nvSpPr>
        <dsp:cNvPr id="0" name=""/>
        <dsp:cNvSpPr/>
      </dsp:nvSpPr>
      <dsp:spPr>
        <a:xfrm>
          <a:off x="3833598" y="604105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-10661562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It will not only identify risks but also explain their causes.</a:t>
          </a:r>
          <a:endParaRPr lang="en-US" sz="2100" kern="1200"/>
        </a:p>
      </dsp:txBody>
      <dsp:txXfrm>
        <a:off x="3881703" y="652210"/>
        <a:ext cx="2641157" cy="1546210"/>
      </dsp:txXfrm>
    </dsp:sp>
    <dsp:sp modelId="{559B5814-A60E-CB4E-BFCF-E3D7D9B944A6}">
      <dsp:nvSpPr>
        <dsp:cNvPr id="0" name=""/>
        <dsp:cNvSpPr/>
      </dsp:nvSpPr>
      <dsp:spPr>
        <a:xfrm rot="5400000">
          <a:off x="4912121" y="2438142"/>
          <a:ext cx="580321" cy="678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1323124"/>
            <a:satOff val="12119"/>
            <a:lumOff val="-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4998621" y="2487415"/>
        <a:ext cx="407321" cy="406225"/>
      </dsp:txXfrm>
    </dsp:sp>
    <dsp:sp modelId="{587040D2-D1D9-C145-B284-6786C602D87F}">
      <dsp:nvSpPr>
        <dsp:cNvPr id="0" name=""/>
        <dsp:cNvSpPr/>
      </dsp:nvSpPr>
      <dsp:spPr>
        <a:xfrm>
          <a:off x="3833598" y="3341473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-21323124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With this study, we aim to increase safety and usability in a clinical setting.</a:t>
          </a:r>
          <a:endParaRPr lang="en-US" sz="2100" kern="1200"/>
        </a:p>
      </dsp:txBody>
      <dsp:txXfrm>
        <a:off x="3881703" y="3389578"/>
        <a:ext cx="2641157" cy="15462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0E10F-4D33-6449-BD83-6BD4353C5903}">
      <dsp:nvSpPr>
        <dsp:cNvPr id="0" name=""/>
        <dsp:cNvSpPr/>
      </dsp:nvSpPr>
      <dsp:spPr>
        <a:xfrm>
          <a:off x="0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161DE-DBC0-FF45-82D7-97F402DC18A3}">
      <dsp:nvSpPr>
        <dsp:cNvPr id="0" name=""/>
        <dsp:cNvSpPr/>
      </dsp:nvSpPr>
      <dsp:spPr>
        <a:xfrm>
          <a:off x="31432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It enables faster and more accurate decision-making.</a:t>
          </a:r>
          <a:endParaRPr lang="en-US" sz="2200" kern="1200"/>
        </a:p>
      </dsp:txBody>
      <dsp:txXfrm>
        <a:off x="366939" y="1112657"/>
        <a:ext cx="2723696" cy="1691139"/>
      </dsp:txXfrm>
    </dsp:sp>
    <dsp:sp modelId="{6DD077DB-DA47-3A48-A4FC-3D923BDFF837}">
      <dsp:nvSpPr>
        <dsp:cNvPr id="0" name=""/>
        <dsp:cNvSpPr/>
      </dsp:nvSpPr>
      <dsp:spPr>
        <a:xfrm>
          <a:off x="3457574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DB07A-8ADB-0142-8906-926A119B6896}">
      <dsp:nvSpPr>
        <dsp:cNvPr id="0" name=""/>
        <dsp:cNvSpPr/>
      </dsp:nvSpPr>
      <dsp:spPr>
        <a:xfrm>
          <a:off x="3771899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It offers the possibility of continuous monitoring without interruption.</a:t>
          </a:r>
          <a:endParaRPr lang="en-US" sz="2200" kern="1200"/>
        </a:p>
      </dsp:txBody>
      <dsp:txXfrm>
        <a:off x="3824513" y="1112657"/>
        <a:ext cx="2723696" cy="1691139"/>
      </dsp:txXfrm>
    </dsp:sp>
    <dsp:sp modelId="{BFBF0939-CC13-3544-9738-093CD448DC88}">
      <dsp:nvSpPr>
        <dsp:cNvPr id="0" name=""/>
        <dsp:cNvSpPr/>
      </dsp:nvSpPr>
      <dsp:spPr>
        <a:xfrm>
          <a:off x="6915149" y="761434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27F69-D32E-F340-908B-A017CC90B108}">
      <dsp:nvSpPr>
        <dsp:cNvPr id="0" name=""/>
        <dsp:cNvSpPr/>
      </dsp:nvSpPr>
      <dsp:spPr>
        <a:xfrm>
          <a:off x="7229475" y="1060043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Increased patient safety and early intervention.</a:t>
          </a:r>
          <a:endParaRPr lang="en-US" sz="2200" kern="1200"/>
        </a:p>
      </dsp:txBody>
      <dsp:txXfrm>
        <a:off x="7282089" y="1112657"/>
        <a:ext cx="2723696" cy="169113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637E9-935C-8746-9247-38729EB2456A}">
      <dsp:nvSpPr>
        <dsp:cNvPr id="0" name=""/>
        <dsp:cNvSpPr/>
      </dsp:nvSpPr>
      <dsp:spPr>
        <a:xfrm>
          <a:off x="0" y="11921"/>
          <a:ext cx="10058399" cy="12789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System quality depends on data quality.</a:t>
          </a:r>
          <a:endParaRPr lang="en-US" sz="3300" kern="1200"/>
        </a:p>
      </dsp:txBody>
      <dsp:txXfrm>
        <a:off x="62433" y="74354"/>
        <a:ext cx="9933533" cy="1154090"/>
      </dsp:txXfrm>
    </dsp:sp>
    <dsp:sp modelId="{5F9E11F8-00CF-E848-9C10-DC2E6894A204}">
      <dsp:nvSpPr>
        <dsp:cNvPr id="0" name=""/>
        <dsp:cNvSpPr/>
      </dsp:nvSpPr>
      <dsp:spPr>
        <a:xfrm>
          <a:off x="0" y="1385917"/>
          <a:ext cx="10058399" cy="12789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Rule-based systems are limited.</a:t>
          </a:r>
          <a:endParaRPr lang="en-US" sz="3300" kern="1200"/>
        </a:p>
      </dsp:txBody>
      <dsp:txXfrm>
        <a:off x="62433" y="1448350"/>
        <a:ext cx="9933533" cy="1154090"/>
      </dsp:txXfrm>
    </dsp:sp>
    <dsp:sp modelId="{5C9794CF-5D0B-C04B-A5E2-75522C1F43A9}">
      <dsp:nvSpPr>
        <dsp:cNvPr id="0" name=""/>
        <dsp:cNvSpPr/>
      </dsp:nvSpPr>
      <dsp:spPr>
        <a:xfrm>
          <a:off x="0" y="2759914"/>
          <a:ext cx="10058399" cy="12789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Advanced models require more data and validation.</a:t>
          </a:r>
          <a:endParaRPr lang="en-US" sz="3300" kern="1200"/>
        </a:p>
      </dsp:txBody>
      <dsp:txXfrm>
        <a:off x="62433" y="2822347"/>
        <a:ext cx="9933533" cy="1154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CE3BC-6358-BB4F-8F0C-224B22E00B10}" type="datetimeFigureOut">
              <a:rPr lang="tr-TR" smtClean="0"/>
              <a:t>29.03.2026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280D9-3E21-7A44-BA2B-B0F7B82BBB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373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63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6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5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02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4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2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2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7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1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66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4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microsoft.com/office/2007/relationships/hdphoto" Target="../media/hdphoto3.wdp"/><Relationship Id="rId7" Type="http://schemas.openxmlformats.org/officeDocument/2006/relationships/diagramLayout" Target="../diagrams/layout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microsoft.com/office/2007/relationships/hdphoto" Target="../media/hdphoto2.wdp"/><Relationship Id="rId10" Type="http://schemas.microsoft.com/office/2007/relationships/diagramDrawing" Target="../diagrams/drawing2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microsoft.com/office/2007/relationships/hdphoto" Target="../media/hdphoto3.wdp"/><Relationship Id="rId7" Type="http://schemas.openxmlformats.org/officeDocument/2006/relationships/diagramLayout" Target="../diagrams/layout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5" Type="http://schemas.microsoft.com/office/2007/relationships/hdphoto" Target="../media/hdphoto2.wdp"/><Relationship Id="rId10" Type="http://schemas.microsoft.com/office/2007/relationships/diagramDrawing" Target="../diagrams/drawing4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microsoft.com/office/2007/relationships/hdphoto" Target="../media/hdphoto3.wdp"/><Relationship Id="rId7" Type="http://schemas.openxmlformats.org/officeDocument/2006/relationships/diagramLayout" Target="../diagrams/layout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6.xml"/><Relationship Id="rId5" Type="http://schemas.microsoft.com/office/2007/relationships/hdphoto" Target="../media/hdphoto2.wdp"/><Relationship Id="rId10" Type="http://schemas.microsoft.com/office/2007/relationships/diagramDrawing" Target="../diagrams/drawing6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microsoft.com/office/2007/relationships/hdphoto" Target="../media/hdphoto3.wdp"/><Relationship Id="rId7" Type="http://schemas.openxmlformats.org/officeDocument/2006/relationships/diagramLayout" Target="../diagrams/layout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microsoft.com/office/2007/relationships/hdphoto" Target="../media/hdphoto2.wdp"/><Relationship Id="rId10" Type="http://schemas.microsoft.com/office/2007/relationships/diagramDrawing" Target="../diagrams/drawing7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microsoft.com/office/2007/relationships/hdphoto" Target="../media/hdphoto3.wdp"/><Relationship Id="rId7" Type="http://schemas.openxmlformats.org/officeDocument/2006/relationships/diagramLayout" Target="../diagrams/layout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5" Type="http://schemas.microsoft.com/office/2007/relationships/hdphoto" Target="../media/hdphoto2.wdp"/><Relationship Id="rId10" Type="http://schemas.microsoft.com/office/2007/relationships/diagramDrawing" Target="../diagrams/drawing8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8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microsoft.com/office/2007/relationships/hdphoto" Target="../media/hdphoto2.wdp"/><Relationship Id="rId7" Type="http://schemas.openxmlformats.org/officeDocument/2006/relationships/diagramColors" Target="../diagrams/colors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microsoft.com/office/2007/relationships/hdphoto" Target="../media/hdphoto3.wdp"/><Relationship Id="rId7" Type="http://schemas.openxmlformats.org/officeDocument/2006/relationships/diagramLayout" Target="../diagrams/layout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0.xml"/><Relationship Id="rId5" Type="http://schemas.microsoft.com/office/2007/relationships/hdphoto" Target="../media/hdphoto2.wdp"/><Relationship Id="rId10" Type="http://schemas.microsoft.com/office/2007/relationships/diagramDrawing" Target="../diagrams/drawing10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2.png"/><Relationship Id="rId9" Type="http://schemas.microsoft.com/office/2007/relationships/diagramDrawing" Target="../diagrams/drawin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1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2.png"/><Relationship Id="rId9" Type="http://schemas.microsoft.com/office/2007/relationships/diagramDrawing" Target="../diagrams/drawing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2.png"/><Relationship Id="rId9" Type="http://schemas.microsoft.com/office/2007/relationships/diagramDrawing" Target="../diagrams/drawing13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microsoft.com/office/2007/relationships/hdphoto" Target="../media/hdphoto2.wdp"/><Relationship Id="rId7" Type="http://schemas.openxmlformats.org/officeDocument/2006/relationships/diagramColors" Target="../diagrams/colors1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0"/>
            <a:ext cx="19050" cy="6858000"/>
          </a:xfrm>
          <a:prstGeom prst="rect">
            <a:avLst/>
          </a:prstGeom>
          <a:solidFill>
            <a:srgbClr val="E100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90460" y="2343697"/>
            <a:ext cx="1138249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GB" sz="3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Support System for Real-Time Patient Monitoring in Hospitals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54469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noProof="0" dirty="0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WS25 DECİSİON SUPPORT SYSTEM</a:t>
            </a:r>
            <a:endParaRPr lang="en-GB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90460" y="4550122"/>
            <a:ext cx="314039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HASAN KOSKA</a:t>
            </a:r>
          </a:p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MUHAMMED OSMAN OZDEN</a:t>
            </a:r>
            <a:endParaRPr lang="en-GB" sz="15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DADASAHEP ADHAV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747635"/>
            <a:ext cx="29908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noProof="0" dirty="0">
                <a:solidFill>
                  <a:srgbClr val="777777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MSc Data Science</a:t>
            </a:r>
            <a:endParaRPr lang="en-GB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991415"/>
            <a:ext cx="2990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noProof="0" dirty="0">
                <a:solidFill>
                  <a:srgbClr val="777777"/>
                </a:solidFill>
                <a:latin typeface="Inter Light"/>
                <a:ea typeface="Inter Light"/>
                <a:cs typeface="Inter Light"/>
                <a:sym typeface="Inter Light"/>
              </a:rPr>
              <a:t>University of Europe for Applied Sciences</a:t>
            </a:r>
            <a:endParaRPr lang="en-GB" noProof="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9534525" y="5242619"/>
            <a:ext cx="1895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noProof="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Supervised by</a:t>
            </a:r>
            <a:endParaRPr lang="en-GB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534525" y="5452169"/>
            <a:ext cx="18954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60000"/>
              </a:lnSpc>
            </a:pPr>
            <a:r>
              <a:rPr lang="en-GB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Asim Khawaja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9534525" y="5821709"/>
            <a:ext cx="18954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noProof="0" dirty="0">
                <a:solidFill>
                  <a:srgbClr val="555555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March</a:t>
            </a:r>
            <a:r>
              <a:rPr lang="en-GB" sz="1200" b="0" i="0" u="none" strike="noStrike" cap="none" noProof="0" dirty="0">
                <a:solidFill>
                  <a:srgbClr val="555555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 2026</a:t>
            </a:r>
            <a:endParaRPr lang="en-GB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474B7643-6400-3497-6664-24BB4CE56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519539"/>
            <a:ext cx="42672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F0965A7-524A-44F1-B044-48411EA4F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EE5433-7B78-4432-965F-8790C3F42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7AAA96-ECD9-48EA-B942-1172BB519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09D9384-F021-6397-2C39-B905914DD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8008" y="1748087"/>
            <a:ext cx="4615180" cy="1478597"/>
          </a:xfrm>
        </p:spPr>
        <p:txBody>
          <a:bodyPr anchor="ctr">
            <a:normAutofit fontScale="90000"/>
          </a:bodyPr>
          <a:lstStyle/>
          <a:p>
            <a:r>
              <a:rPr lang="en-GB" sz="3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Support System for Real-Time Patient Monitoring in Hospitals</a:t>
            </a:r>
            <a:br>
              <a:rPr lang="en-GB" sz="32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000" b="1" noProof="0" dirty="0"/>
          </a:p>
        </p:txBody>
      </p:sp>
      <p:sp>
        <p:nvSpPr>
          <p:cNvPr id="66" name="Rectangle 39">
            <a:extLst>
              <a:ext uri="{FF2B5EF4-FFF2-40B4-BE49-F238E27FC236}">
                <a16:creationId xmlns:a16="http://schemas.microsoft.com/office/drawing/2014/main" id="{248BD5A8-902E-46F3-9C9F-F939987C5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67" name="Group 41">
            <a:extLst>
              <a:ext uri="{FF2B5EF4-FFF2-40B4-BE49-F238E27FC236}">
                <a16:creationId xmlns:a16="http://schemas.microsoft.com/office/drawing/2014/main" id="{3800B863-FA71-4FFB-9F30-56E95B0D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974AC77-F93C-4C47-8BA3-991BBA2EF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170C1A4-4B9C-47A6-981D-0D71C5685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Resim 4" descr="gökyüzü, dış mekan, mimari, bulu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FB44FF3-B102-3BBF-4708-068278D0F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9" y="1374703"/>
            <a:ext cx="5462001" cy="3741470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860C68D8-B22F-C3B1-6FDC-0D7540C0FC7D}"/>
              </a:ext>
            </a:extLst>
          </p:cNvPr>
          <p:cNvSpPr txBox="1"/>
          <p:nvPr/>
        </p:nvSpPr>
        <p:spPr>
          <a:xfrm>
            <a:off x="6400800" y="3660505"/>
            <a:ext cx="5149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noProof="0" dirty="0"/>
              <a:t>In this project, we aim to support clinical monitoring and evaluation processes using patient data.</a:t>
            </a:r>
          </a:p>
        </p:txBody>
      </p:sp>
    </p:spTree>
    <p:extLst>
      <p:ext uri="{BB962C8B-B14F-4D97-AF65-F5344CB8AC3E}">
        <p14:creationId xmlns:p14="http://schemas.microsoft.com/office/powerpoint/2010/main" val="319479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7EE0D4-BBEE-62C5-4642-4ED1F110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tr-TR" sz="3000" b="1">
                <a:solidFill>
                  <a:srgbClr val="FFFFFF"/>
                </a:solidFill>
              </a:rPr>
              <a:t>Introduction</a:t>
            </a:r>
            <a:endParaRPr lang="en-GB" sz="3000" noProof="0">
              <a:solidFill>
                <a:srgbClr val="FFFFFF"/>
              </a:solidFill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21" name="İçerik Yer Tutucusu 2">
            <a:extLst>
              <a:ext uri="{FF2B5EF4-FFF2-40B4-BE49-F238E27FC236}">
                <a16:creationId xmlns:a16="http://schemas.microsoft.com/office/drawing/2014/main" id="{965158A5-E701-7AC8-C4B3-50FE3FF57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182952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436213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B74A731-4042-028E-8A3B-3EB44E92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tr-TR" sz="3000" b="1">
                <a:solidFill>
                  <a:srgbClr val="FFFFFF"/>
                </a:solidFill>
              </a:rPr>
              <a:t>Problem Defınıtıon</a:t>
            </a:r>
            <a:endParaRPr lang="en-GB" sz="3000" noProof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9C230195-1792-2AE4-5342-40763C8A25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93883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66528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3A52A9-7608-4509-C03D-DF7D554F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GB" noProof="0"/>
              <a:t>DSS PERSPECTIVE</a:t>
            </a:r>
            <a:endParaRPr lang="en-GB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FE19DE38-E380-54E1-EAB9-1FEE934D0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660391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1937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FDCCFDAA-444E-757C-5372-9CDE9496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GB" sz="3000" noProof="0">
                <a:solidFill>
                  <a:srgbClr val="FFFFFF"/>
                </a:solidFill>
              </a:rPr>
              <a:t>System overvıew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1C828F-839A-16AB-245E-56186C6E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725394"/>
            <a:ext cx="5142658" cy="5407212"/>
          </a:xfrm>
        </p:spPr>
        <p:txBody>
          <a:bodyPr anchor="ctr">
            <a:normAutofit/>
          </a:bodyPr>
          <a:lstStyle/>
          <a:p>
            <a:r>
              <a:rPr lang="en-GB" dirty="0"/>
              <a:t>The system continuously monitors the specified vital data in real time.</a:t>
            </a:r>
          </a:p>
          <a:p>
            <a:r>
              <a:rPr lang="en-GB" dirty="0"/>
              <a:t>By processing the collected data, it dynamically assesses the patient's risk status and provides feedback.</a:t>
            </a:r>
          </a:p>
          <a:p>
            <a:r>
              <a:rPr lang="en-GB" dirty="0"/>
              <a:t>The results are presented visually to facilitate quick recognition and decision-making.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352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21A19EF-86B0-4066-484F-BE2F3977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GB" sz="3000" noProof="0">
                <a:solidFill>
                  <a:srgbClr val="FFFFFF"/>
                </a:solidFill>
              </a:rPr>
              <a:t>System archıtecture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08D6148-10F3-2089-5017-E1AE7DE08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288699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45079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F68C7C-668C-8A0F-5B8E-7C27F62F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flow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ACE7F006-F382-3A3B-0F28-BDA0DBEB9F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9146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A8F0834-BE52-5B39-68A0-69F4F7E7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GB" sz="3000" noProof="0">
                <a:solidFill>
                  <a:srgbClr val="FFFFFF"/>
                </a:solidFill>
              </a:rPr>
              <a:t>Data descrıptıon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69085098-8AE9-2F3C-D3CA-7166A477B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059263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58114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DBA3C8A-1499-930D-84F8-038E64C1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GB" sz="3000" noProof="0">
                <a:solidFill>
                  <a:srgbClr val="FFFFFF"/>
                </a:solidFill>
              </a:rPr>
              <a:t>Data processıng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949E2089-E8B8-7A3A-A048-724FA0ED56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540506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3590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9E265D-39A9-D993-7D0C-4EB7CBE5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GB" sz="3000" noProof="0">
                <a:solidFill>
                  <a:srgbClr val="FFFFFF"/>
                </a:solidFill>
              </a:rPr>
              <a:t>Rısk defınıtıon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B32E1E11-2072-5FEF-5CFF-F75399319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640946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39578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11B548-1BB9-FBEA-DC41-F352191D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tr-TR" dirty="0" err="1"/>
              <a:t>Rısk</a:t>
            </a:r>
            <a:r>
              <a:rPr lang="tr-TR" dirty="0"/>
              <a:t> </a:t>
            </a:r>
            <a:r>
              <a:rPr lang="tr-TR" dirty="0" err="1"/>
              <a:t>levels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199DDB6C-B9CA-F80B-502A-24E9718C2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269124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8769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671C51D-FCA9-D1AD-9BCE-BBE8BFBF7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tr-TR" sz="3000">
                <a:solidFill>
                  <a:srgbClr val="FFFFFF"/>
                </a:solidFill>
              </a:rPr>
              <a:t>Decısıon logıc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48FB62BF-5B11-25DE-D845-B934DAD2C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88281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028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8941D8A-5215-7855-7876-93412AB3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tr-TR" sz="4000"/>
              <a:t>User ınterfaces</a:t>
            </a:r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8A61D0C1-F796-2787-AC0D-7E3735A48B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458942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844376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İçerik Yer Tutucusu 5" descr="metin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E72C3-4863-4A74-5187-3995D8C1A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1" r="13853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B507CA-AB83-7221-AF50-06750890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>
            <a:normAutofit/>
          </a:bodyPr>
          <a:lstStyle/>
          <a:p>
            <a:pPr algn="r"/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patıent</a:t>
            </a:r>
            <a:r>
              <a:rPr lang="tr-TR" dirty="0"/>
              <a:t> </a:t>
            </a:r>
            <a:r>
              <a:rPr lang="tr-TR" dirty="0" err="1"/>
              <a:t>case</a:t>
            </a:r>
            <a:endParaRPr lang="tr-T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A3897E-0D24-8FD5-0B4C-CB865A9CC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4170410"/>
            <a:ext cx="4699221" cy="1767141"/>
          </a:xfrm>
        </p:spPr>
        <p:txBody>
          <a:bodyPr anchor="ctr">
            <a:normAutofit/>
          </a:bodyPr>
          <a:lstStyle/>
          <a:p>
            <a:r>
              <a:rPr lang="en-US" sz="1800" dirty="0"/>
              <a:t>For example, as shown in the figure, a patient with low oxygen levels is classified as critically ill.</a:t>
            </a:r>
          </a:p>
          <a:p>
            <a:r>
              <a:rPr lang="en-US" sz="1800" dirty="0"/>
              <a:t>The system receives this information instantly, processes it, and informs the user.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722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9617ED1-4AAE-FAFC-75E3-C182F56F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tr-TR" sz="4000"/>
              <a:t>Future work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816BA1BC-D681-062C-9F84-1C884F5F3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83206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56526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7DC4982-6520-BC73-B498-6C0790E9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tr-TR" sz="4000"/>
              <a:t>ADVANCED DECISION SUPPORT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0E8EB046-6A7A-CBF5-FBD1-CCEDB70BA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2995870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48160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A65158-8278-7963-BB3D-D8065F70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tr-TR" dirty="0" err="1"/>
              <a:t>benefıts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ED58CB7C-2A5D-3012-5490-6DB663E8D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61067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73013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75DB04-4EE8-3626-428D-453408B2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lımıtatıons</a:t>
            </a:r>
            <a:endParaRPr lang="tr-TR" dirty="0"/>
          </a:p>
        </p:txBody>
      </p:sp>
      <p:graphicFrame>
        <p:nvGraphicFramePr>
          <p:cNvPr id="7" name="İçerik Yer Tutucusu 2">
            <a:extLst>
              <a:ext uri="{FF2B5EF4-FFF2-40B4-BE49-F238E27FC236}">
                <a16:creationId xmlns:a16="http://schemas.microsoft.com/office/drawing/2014/main" id="{26819FA2-1D78-8572-172D-48D5409302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06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AE6F72-03B6-D03A-6679-C9FD05E0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ConclusIon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1EFE8A-F7FB-0255-3121-6696DDED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9"/>
            <a:ext cx="10058400" cy="1423458"/>
          </a:xfrm>
        </p:spPr>
        <p:txBody>
          <a:bodyPr/>
          <a:lstStyle/>
          <a:p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transforms</a:t>
            </a:r>
            <a:r>
              <a:rPr lang="tr-TR" dirty="0"/>
              <a:t> </a:t>
            </a:r>
            <a:r>
              <a:rPr lang="tr-TR" dirty="0" err="1"/>
              <a:t>patient</a:t>
            </a:r>
            <a:r>
              <a:rPr lang="tr-TR" dirty="0"/>
              <a:t> data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actionable</a:t>
            </a:r>
            <a:r>
              <a:rPr lang="tr-TR" dirty="0"/>
              <a:t> </a:t>
            </a:r>
            <a:r>
              <a:rPr lang="tr-TR" dirty="0" err="1"/>
              <a:t>insights</a:t>
            </a:r>
            <a:r>
              <a:rPr lang="tr-TR" dirty="0"/>
              <a:t>.</a:t>
            </a:r>
          </a:p>
          <a:p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helps</a:t>
            </a:r>
            <a:r>
              <a:rPr lang="tr-TR" dirty="0"/>
              <a:t> </a:t>
            </a:r>
            <a:r>
              <a:rPr lang="tr-TR" dirty="0" err="1"/>
              <a:t>doctors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</a:t>
            </a:r>
            <a:r>
              <a:rPr lang="tr-TR" dirty="0" err="1"/>
              <a:t>faster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decisions</a:t>
            </a:r>
            <a:r>
              <a:rPr lang="tr-TR" dirty="0"/>
              <a:t>.</a:t>
            </a:r>
          </a:p>
          <a:p>
            <a:r>
              <a:rPr lang="tr-TR" dirty="0" err="1"/>
              <a:t>This</a:t>
            </a:r>
            <a:r>
              <a:rPr lang="tr-TR" dirty="0"/>
              <a:t> is a step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right</a:t>
            </a:r>
            <a:r>
              <a:rPr lang="tr-TR" dirty="0"/>
              <a:t> </a:t>
            </a:r>
            <a:r>
              <a:rPr lang="tr-TR" dirty="0" err="1"/>
              <a:t>direction</a:t>
            </a:r>
            <a:r>
              <a:rPr lang="tr-TR" dirty="0"/>
              <a:t> in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healthcare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.</a:t>
            </a:r>
          </a:p>
        </p:txBody>
      </p:sp>
      <p:sp>
        <p:nvSpPr>
          <p:cNvPr id="10" name="İçerik Yer Tutucusu 2">
            <a:extLst>
              <a:ext uri="{FF2B5EF4-FFF2-40B4-BE49-F238E27FC236}">
                <a16:creationId xmlns:a16="http://schemas.microsoft.com/office/drawing/2014/main" id="{D9C7981E-2457-9E74-FDA1-CE5C9CE68A95}"/>
              </a:ext>
            </a:extLst>
          </p:cNvPr>
          <p:cNvSpPr txBox="1">
            <a:spLocks/>
          </p:cNvSpPr>
          <p:nvPr/>
        </p:nvSpPr>
        <p:spPr>
          <a:xfrm>
            <a:off x="4466488" y="5285983"/>
            <a:ext cx="3500065" cy="7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2597521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hta Yazı">
  <a:themeElements>
    <a:clrScheme name="Tahta Yaz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ahta Yaz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ahta Yaz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340</TotalTime>
  <Words>847</Words>
  <Application>Microsoft Macintosh PowerPoint</Application>
  <PresentationFormat>Geniş ekran</PresentationFormat>
  <Paragraphs>87</Paragraphs>
  <Slides>20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9" baseType="lpstr">
      <vt:lpstr>Aptos</vt:lpstr>
      <vt:lpstr>Calibri</vt:lpstr>
      <vt:lpstr>Inter Light</vt:lpstr>
      <vt:lpstr>Rockwell</vt:lpstr>
      <vt:lpstr>Rockwell Condensed</vt:lpstr>
      <vt:lpstr>Rockwell Extra Bold</vt:lpstr>
      <vt:lpstr>Times New Roman</vt:lpstr>
      <vt:lpstr>Wingdings</vt:lpstr>
      <vt:lpstr>Tahta Yazı</vt:lpstr>
      <vt:lpstr>PowerPoint Sunusu</vt:lpstr>
      <vt:lpstr>A Decision Support System for Real-Time Patient Monitoring in Hospitals </vt:lpstr>
      <vt:lpstr>Introduction</vt:lpstr>
      <vt:lpstr>Problem Defınıtıon</vt:lpstr>
      <vt:lpstr>DSS PERSPECTIVE</vt:lpstr>
      <vt:lpstr>System overvıew</vt:lpstr>
      <vt:lpstr>System archıtecture</vt:lpstr>
      <vt:lpstr>Data flow</vt:lpstr>
      <vt:lpstr>Data descrıptıon</vt:lpstr>
      <vt:lpstr>Data processıng</vt:lpstr>
      <vt:lpstr>Rısk defınıtıon</vt:lpstr>
      <vt:lpstr>Rısk levels</vt:lpstr>
      <vt:lpstr>Decısıon logıc</vt:lpstr>
      <vt:lpstr>User ınterfaces</vt:lpstr>
      <vt:lpstr>Example patıent case</vt:lpstr>
      <vt:lpstr>Future work</vt:lpstr>
      <vt:lpstr>ADVANCED DECISION SUPPORT</vt:lpstr>
      <vt:lpstr>benefıts</vt:lpstr>
      <vt:lpstr>lımıtatıons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 KOSKA</dc:creator>
  <cp:lastModifiedBy>HASAN KOSKA</cp:lastModifiedBy>
  <cp:revision>5</cp:revision>
  <dcterms:created xsi:type="dcterms:W3CDTF">2026-03-29T15:44:05Z</dcterms:created>
  <dcterms:modified xsi:type="dcterms:W3CDTF">2026-03-29T21:24:37Z</dcterms:modified>
</cp:coreProperties>
</file>